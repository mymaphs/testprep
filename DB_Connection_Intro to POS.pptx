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3"/>
  </p:notesMasterIdLst>
  <p:handoutMasterIdLst>
    <p:handoutMasterId r:id="rId24"/>
  </p:handoutMasterIdLst>
  <p:sldIdLst>
    <p:sldId id="277" r:id="rId5"/>
    <p:sldId id="309" r:id="rId6"/>
    <p:sldId id="306" r:id="rId7"/>
    <p:sldId id="310" r:id="rId8"/>
    <p:sldId id="308" r:id="rId9"/>
    <p:sldId id="307" r:id="rId10"/>
    <p:sldId id="312" r:id="rId11"/>
    <p:sldId id="286" r:id="rId12"/>
    <p:sldId id="287" r:id="rId13"/>
    <p:sldId id="313" r:id="rId14"/>
    <p:sldId id="288" r:id="rId15"/>
    <p:sldId id="289" r:id="rId16"/>
    <p:sldId id="304" r:id="rId17"/>
    <p:sldId id="303" r:id="rId18"/>
    <p:sldId id="302" r:id="rId19"/>
    <p:sldId id="301" r:id="rId20"/>
    <p:sldId id="300" r:id="rId21"/>
    <p:sldId id="2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guide id="3" pos="408" userDrawn="1">
          <p15:clr>
            <a:srgbClr val="A4A3A4"/>
          </p15:clr>
        </p15:guide>
        <p15:guide id="4" orient="horz" pos="432" userDrawn="1">
          <p15:clr>
            <a:srgbClr val="A4A3A4"/>
          </p15:clr>
        </p15:guide>
        <p15:guide id="5" pos="727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3047"/>
    <a:srgbClr val="0B2B41"/>
    <a:srgbClr val="114263"/>
    <a:srgbClr val="401918"/>
    <a:srgbClr val="731F1C"/>
    <a:srgbClr val="AB678E"/>
    <a:srgbClr val="B2606E"/>
    <a:srgbClr val="CA929B"/>
    <a:srgbClr val="248CD2"/>
    <a:srgbClr val="C88E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03" autoAdjust="0"/>
  </p:normalViewPr>
  <p:slideViewPr>
    <p:cSldViewPr snapToGrid="0">
      <p:cViewPr varScale="1">
        <p:scale>
          <a:sx n="85" d="100"/>
          <a:sy n="85" d="100"/>
        </p:scale>
        <p:origin x="590" y="67"/>
      </p:cViewPr>
      <p:guideLst>
        <p:guide orient="horz" pos="2160"/>
        <p:guide pos="3864"/>
        <p:guide pos="408"/>
        <p:guide orient="horz" pos="432"/>
        <p:guide pos="7272"/>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D1D01A-5516-4E1C-9A6D-D9EF8C203F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0087A2D-9F8F-45E9-B127-C2407E7953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34338A-2C54-48B6-A869-F1523EB17642}" type="datetimeFigureOut">
              <a:rPr lang="en-US" smtClean="0"/>
              <a:t>4/26/2024</a:t>
            </a:fld>
            <a:endParaRPr lang="en-US" dirty="0"/>
          </a:p>
        </p:txBody>
      </p:sp>
      <p:sp>
        <p:nvSpPr>
          <p:cNvPr id="4" name="Footer Placeholder 3">
            <a:extLst>
              <a:ext uri="{FF2B5EF4-FFF2-40B4-BE49-F238E27FC236}">
                <a16:creationId xmlns:a16="http://schemas.microsoft.com/office/drawing/2014/main" id="{60515058-9F03-4AC5-A723-3D23E27720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86E583C-77B5-479A-A9CA-17DC816BC65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3D57C9-54A6-4BAA-A5CD-C535F9370C4B}" type="slidenum">
              <a:rPr lang="en-US" smtClean="0"/>
              <a:t>‹#›</a:t>
            </a:fld>
            <a:endParaRPr lang="en-US" dirty="0"/>
          </a:p>
        </p:txBody>
      </p:sp>
    </p:spTree>
    <p:extLst>
      <p:ext uri="{BB962C8B-B14F-4D97-AF65-F5344CB8AC3E}">
        <p14:creationId xmlns:p14="http://schemas.microsoft.com/office/powerpoint/2010/main" val="21203655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7205A9-A302-429C-8AB8-C362C4362DF4}" type="datetimeFigureOut">
              <a:rPr lang="en-US" smtClean="0"/>
              <a:t>4/26/2024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F82289-BCFD-4053-9D06-A9140C63A457}" type="slidenum">
              <a:rPr lang="en-US" smtClean="0"/>
              <a:t>‹#›</a:t>
            </a:fld>
            <a:endParaRPr lang="en-US" dirty="0"/>
          </a:p>
        </p:txBody>
      </p:sp>
    </p:spTree>
    <p:extLst>
      <p:ext uri="{BB962C8B-B14F-4D97-AF65-F5344CB8AC3E}">
        <p14:creationId xmlns:p14="http://schemas.microsoft.com/office/powerpoint/2010/main" val="1449475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01">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305EBB3-0F16-4B63-82ED-191AB224B8E2}"/>
              </a:ext>
            </a:extLst>
          </p:cNvPr>
          <p:cNvSpPr/>
          <p:nvPr userDrawn="1"/>
        </p:nvSpPr>
        <p:spPr>
          <a:xfrm>
            <a:off x="6676569" y="0"/>
            <a:ext cx="3522381"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Picture Placeholder 11">
            <a:extLst>
              <a:ext uri="{FF2B5EF4-FFF2-40B4-BE49-F238E27FC236}">
                <a16:creationId xmlns:a16="http://schemas.microsoft.com/office/drawing/2014/main" id="{1A440F4A-C2AF-406D-B420-CCF52F447AC1}"/>
              </a:ext>
            </a:extLst>
          </p:cNvPr>
          <p:cNvSpPr>
            <a:spLocks noGrp="1"/>
          </p:cNvSpPr>
          <p:nvPr>
            <p:ph type="pic" sz="quarter" idx="10" hasCustomPrompt="1"/>
          </p:nvPr>
        </p:nvSpPr>
        <p:spPr>
          <a:xfrm>
            <a:off x="-1" y="0"/>
            <a:ext cx="6676568" cy="6858000"/>
          </a:xfrm>
        </p:spPr>
        <p:txBody>
          <a:bodyPr anchor="ctr" anchorCtr="1">
            <a:normAutofit/>
          </a:bodyPr>
          <a:lstStyle>
            <a:lvl1pPr marL="0" indent="0">
              <a:buNone/>
              <a:defRPr sz="2400">
                <a:solidFill>
                  <a:schemeClr val="bg1"/>
                </a:solidFill>
              </a:defRPr>
            </a:lvl1pPr>
          </a:lstStyle>
          <a:p>
            <a:r>
              <a:rPr lang="en-US" noProof="0" dirty="0"/>
              <a:t>Insert Image</a:t>
            </a:r>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grpSp>
        <p:nvGrpSpPr>
          <p:cNvPr id="6" name="Group 5">
            <a:extLst>
              <a:ext uri="{FF2B5EF4-FFF2-40B4-BE49-F238E27FC236}">
                <a16:creationId xmlns:a16="http://schemas.microsoft.com/office/drawing/2014/main" id="{EFDB39AB-B644-434A-9D55-AF3455D468E5}"/>
              </a:ext>
            </a:extLst>
          </p:cNvPr>
          <p:cNvGrpSpPr/>
          <p:nvPr userDrawn="1"/>
        </p:nvGrpSpPr>
        <p:grpSpPr>
          <a:xfrm>
            <a:off x="9140346" y="5054600"/>
            <a:ext cx="676275" cy="114300"/>
            <a:chOff x="9330846" y="5054600"/>
            <a:chExt cx="676275" cy="114300"/>
          </a:xfrm>
        </p:grpSpPr>
        <p:sp>
          <p:nvSpPr>
            <p:cNvPr id="7" name="Oval 6">
              <a:extLst>
                <a:ext uri="{FF2B5EF4-FFF2-40B4-BE49-F238E27FC236}">
                  <a16:creationId xmlns:a16="http://schemas.microsoft.com/office/drawing/2014/main" id="{BF14E129-1970-4994-89E5-F7A67128AFE3}"/>
                </a:ext>
              </a:extLst>
            </p:cNvPr>
            <p:cNvSpPr/>
            <p:nvPr/>
          </p:nvSpPr>
          <p:spPr>
            <a:xfrm>
              <a:off x="933084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593336FA-97B2-4528-88E8-5FF97F86E216}"/>
                </a:ext>
              </a:extLst>
            </p:cNvPr>
            <p:cNvSpPr/>
            <p:nvPr/>
          </p:nvSpPr>
          <p:spPr>
            <a:xfrm>
              <a:off x="951817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8A73C166-FCDF-40AE-8B0D-69C7E2C8573E}"/>
                </a:ext>
              </a:extLst>
            </p:cNvPr>
            <p:cNvSpPr/>
            <p:nvPr/>
          </p:nvSpPr>
          <p:spPr>
            <a:xfrm>
              <a:off x="970549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F418119-E3DD-44B0-A4AF-F8A98EC5863B}"/>
                </a:ext>
              </a:extLst>
            </p:cNvPr>
            <p:cNvSpPr/>
            <p:nvPr/>
          </p:nvSpPr>
          <p:spPr>
            <a:xfrm>
              <a:off x="989282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24204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0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305EBB3-0F16-4B63-82ED-191AB224B8E2}"/>
              </a:ext>
            </a:extLst>
          </p:cNvPr>
          <p:cNvSpPr/>
          <p:nvPr userDrawn="1"/>
        </p:nvSpPr>
        <p:spPr>
          <a:xfrm>
            <a:off x="5512953" y="0"/>
            <a:ext cx="3522381"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Picture Placeholder 11">
            <a:extLst>
              <a:ext uri="{FF2B5EF4-FFF2-40B4-BE49-F238E27FC236}">
                <a16:creationId xmlns:a16="http://schemas.microsoft.com/office/drawing/2014/main" id="{1A440F4A-C2AF-406D-B420-CCF52F447AC1}"/>
              </a:ext>
            </a:extLst>
          </p:cNvPr>
          <p:cNvSpPr>
            <a:spLocks noGrp="1"/>
          </p:cNvSpPr>
          <p:nvPr>
            <p:ph type="pic" sz="quarter" idx="10" hasCustomPrompt="1"/>
          </p:nvPr>
        </p:nvSpPr>
        <p:spPr>
          <a:xfrm>
            <a:off x="-1" y="0"/>
            <a:ext cx="5504688" cy="6858000"/>
          </a:xfrm>
        </p:spPr>
        <p:txBody>
          <a:bodyPr anchor="ctr" anchorCtr="1">
            <a:normAutofit/>
          </a:bodyPr>
          <a:lstStyle>
            <a:lvl1pPr marL="0" indent="0">
              <a:buNone/>
              <a:defRPr sz="2400">
                <a:solidFill>
                  <a:schemeClr val="bg1"/>
                </a:solidFill>
              </a:defRPr>
            </a:lvl1pPr>
          </a:lstStyle>
          <a:p>
            <a:r>
              <a:rPr lang="en-US" noProof="0" dirty="0"/>
              <a:t>Insert Image</a:t>
            </a:r>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spTree>
    <p:extLst>
      <p:ext uri="{BB962C8B-B14F-4D97-AF65-F5344CB8AC3E}">
        <p14:creationId xmlns:p14="http://schemas.microsoft.com/office/powerpoint/2010/main" val="1270854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03">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47CEAAF6-CCA9-40F8-8A3D-FAAD92220D11}"/>
              </a:ext>
            </a:extLst>
          </p:cNvPr>
          <p:cNvSpPr>
            <a:spLocks noGrp="1"/>
          </p:cNvSpPr>
          <p:nvPr>
            <p:ph type="pic" sz="quarter" idx="10" hasCustomPrompt="1"/>
          </p:nvPr>
        </p:nvSpPr>
        <p:spPr>
          <a:xfrm>
            <a:off x="-2" y="0"/>
            <a:ext cx="12192001" cy="6858000"/>
          </a:xfrm>
        </p:spPr>
        <p:txBody>
          <a:bodyPr anchor="ctr" anchorCtr="1">
            <a:normAutofit/>
          </a:bodyPr>
          <a:lstStyle>
            <a:lvl1pPr marL="0" indent="0">
              <a:buNone/>
              <a:defRPr sz="2400">
                <a:solidFill>
                  <a:schemeClr val="bg1"/>
                </a:solidFill>
              </a:defRPr>
            </a:lvl1pPr>
          </a:lstStyle>
          <a:p>
            <a:r>
              <a:rPr lang="en-US" noProof="0" dirty="0"/>
              <a:t>Insert Image</a:t>
            </a:r>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316020" y="2404234"/>
            <a:ext cx="5330038" cy="1746504"/>
          </a:xfrm>
        </p:spPr>
        <p:txBody>
          <a:bodyPr vert="horz" lIns="0" tIns="45720" rIns="0" bIns="45720" rtlCol="0" anchor="b" anchorCtr="1">
            <a:noAutofit/>
          </a:bodyPr>
          <a:lstStyle>
            <a:lvl1pPr>
              <a:defRPr lang="en-GB" dirty="0">
                <a:solidFill>
                  <a:schemeClr val="bg1"/>
                </a:solidFill>
              </a:defRPr>
            </a:lvl1pPr>
          </a:lstStyle>
          <a:p>
            <a:pPr marL="0" lvl="0"/>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453180" y="4553291"/>
            <a:ext cx="5049510" cy="521208"/>
          </a:xfrm>
        </p:spPr>
        <p:txBody>
          <a:bodyPr vert="horz" lIns="0" tIns="0" rIns="0" bIns="0" rtlCol="0" anchor="t" anchorCtr="1">
            <a:noAutofit/>
          </a:bodyPr>
          <a:lstStyle>
            <a:lvl1pPr marL="0" indent="0">
              <a:lnSpc>
                <a:spcPct val="100000"/>
              </a:lnSpc>
              <a:spcBef>
                <a:spcPts val="0"/>
              </a:spcBef>
              <a:buNone/>
              <a:defRPr lang="en-GB" sz="2000" dirty="0">
                <a:solidFill>
                  <a:schemeClr val="bg1"/>
                </a:solidFill>
              </a:defRPr>
            </a:lvl1pPr>
          </a:lstStyle>
          <a:p>
            <a:pPr lvl="0"/>
            <a:r>
              <a:rPr lang="en-US" noProof="0"/>
              <a:t>Subtitle</a:t>
            </a:r>
          </a:p>
        </p:txBody>
      </p:sp>
    </p:spTree>
    <p:extLst>
      <p:ext uri="{BB962C8B-B14F-4D97-AF65-F5344CB8AC3E}">
        <p14:creationId xmlns:p14="http://schemas.microsoft.com/office/powerpoint/2010/main" val="3477175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AAF32A0B-D38A-4E4A-BD5E-94B671296508}"/>
              </a:ext>
            </a:extLst>
          </p:cNvPr>
          <p:cNvSpPr>
            <a:spLocks noGrp="1"/>
          </p:cNvSpPr>
          <p:nvPr>
            <p:ph type="pic" sz="quarter" idx="10" hasCustomPrompt="1"/>
          </p:nvPr>
        </p:nvSpPr>
        <p:spPr>
          <a:xfrm>
            <a:off x="-2" y="0"/>
            <a:ext cx="12192001" cy="6858000"/>
          </a:xfrm>
        </p:spPr>
        <p:txBody>
          <a:bodyPr anchor="ctr" anchorCtr="1">
            <a:normAutofit/>
          </a:bodyPr>
          <a:lstStyle>
            <a:lvl1pPr marL="0" indent="0">
              <a:buNone/>
              <a:defRPr sz="2400">
                <a:solidFill>
                  <a:schemeClr val="tx1"/>
                </a:solidFill>
              </a:defRPr>
            </a:lvl1pPr>
          </a:lstStyle>
          <a:p>
            <a:r>
              <a:rPr lang="en-US" noProof="0" dirty="0"/>
              <a:t>Insert Image</a:t>
            </a:r>
          </a:p>
        </p:txBody>
      </p:sp>
      <p:sp>
        <p:nvSpPr>
          <p:cNvPr id="2" name="Title 1">
            <a:extLst>
              <a:ext uri="{FF2B5EF4-FFF2-40B4-BE49-F238E27FC236}">
                <a16:creationId xmlns:a16="http://schemas.microsoft.com/office/drawing/2014/main" id="{2DCD3B46-48AB-439D-A981-D3596F977592}"/>
              </a:ext>
            </a:extLst>
          </p:cNvPr>
          <p:cNvSpPr>
            <a:spLocks noGrp="1"/>
          </p:cNvSpPr>
          <p:nvPr>
            <p:ph type="title"/>
          </p:nvPr>
        </p:nvSpPr>
        <p:spPr>
          <a:xfrm>
            <a:off x="4590288" y="2313432"/>
            <a:ext cx="6592824" cy="2852737"/>
          </a:xfrm>
        </p:spPr>
        <p:txBody>
          <a:bodyPr vert="horz" lIns="91440" tIns="45720" rIns="91440" bIns="45720" rtlCol="0" anchor="b">
            <a:noAutofit/>
          </a:bodyPr>
          <a:lstStyle>
            <a:lvl1pPr>
              <a:defRPr lang="en-GB" sz="6000" dirty="0">
                <a:solidFill>
                  <a:schemeClr val="bg1"/>
                </a:solidFill>
              </a:defRPr>
            </a:lvl1pPr>
          </a:lstStyle>
          <a:p>
            <a:pPr lvl="0"/>
            <a:r>
              <a:rPr lang="en-US" noProof="0"/>
              <a:t>Click to edit Master title style</a:t>
            </a:r>
          </a:p>
        </p:txBody>
      </p:sp>
      <p:sp>
        <p:nvSpPr>
          <p:cNvPr id="3" name="Text Placeholder 2">
            <a:extLst>
              <a:ext uri="{FF2B5EF4-FFF2-40B4-BE49-F238E27FC236}">
                <a16:creationId xmlns:a16="http://schemas.microsoft.com/office/drawing/2014/main" id="{2728D712-0D13-4ECD-9BEB-B8EE651FF63F}"/>
              </a:ext>
            </a:extLst>
          </p:cNvPr>
          <p:cNvSpPr>
            <a:spLocks noGrp="1"/>
          </p:cNvSpPr>
          <p:nvPr>
            <p:ph type="body" idx="1"/>
          </p:nvPr>
        </p:nvSpPr>
        <p:spPr>
          <a:xfrm>
            <a:off x="4590288" y="5193792"/>
            <a:ext cx="6592824" cy="978408"/>
          </a:xfrm>
        </p:spPr>
        <p:txBody>
          <a:bodyPr vert="horz" lIns="91440" tIns="45720" rIns="91440" bIns="45720" rtlCol="0">
            <a:noAutofit/>
          </a:bodyPr>
          <a:lstStyle>
            <a:lvl1pPr marL="0" indent="0">
              <a:buNone/>
              <a:defRPr lang="en-US" sz="1600">
                <a:solidFill>
                  <a:schemeClr val="bg1"/>
                </a:solidFill>
              </a:defRPr>
            </a:lvl1pPr>
          </a:lstStyle>
          <a:p>
            <a:pPr marL="228600" lvl="0" indent="-228600"/>
            <a:r>
              <a:rPr lang="en-US" noProof="0"/>
              <a:t>Edit Master text styles</a:t>
            </a:r>
          </a:p>
        </p:txBody>
      </p:sp>
    </p:spTree>
    <p:extLst>
      <p:ext uri="{BB962C8B-B14F-4D97-AF65-F5344CB8AC3E}">
        <p14:creationId xmlns:p14="http://schemas.microsoft.com/office/powerpoint/2010/main" val="3411308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1 Content_2 colum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6836125" y="0"/>
            <a:ext cx="5355875"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4" name="Text Placeholder 12">
            <a:extLst>
              <a:ext uri="{FF2B5EF4-FFF2-40B4-BE49-F238E27FC236}">
                <a16:creationId xmlns:a16="http://schemas.microsoft.com/office/drawing/2014/main" id="{C7F0E85E-786D-44FC-A9C8-8853277D7C38}"/>
              </a:ext>
            </a:extLst>
          </p:cNvPr>
          <p:cNvSpPr>
            <a:spLocks noGrp="1"/>
          </p:cNvSpPr>
          <p:nvPr>
            <p:ph type="body" sz="quarter" idx="12"/>
          </p:nvPr>
        </p:nvSpPr>
        <p:spPr>
          <a:xfrm>
            <a:off x="4386558" y="2717803"/>
            <a:ext cx="2834640" cy="3368675"/>
          </a:xfrm>
        </p:spPr>
        <p:txBody>
          <a:bodyPr vert="horz" wrap="square" lIns="0" tIns="45720" rIns="0" bIns="45720" rtlCol="0" anchor="t">
            <a:noAutofit/>
          </a:bodyPr>
          <a:lstStyle>
            <a:lvl1pPr marL="0" indent="0">
              <a:buNone/>
              <a:defRPr lang="en-US" sz="1400" dirty="0" smtClean="0">
                <a:latin typeface="+mn-lt"/>
                <a:ea typeface="+mj-ea"/>
                <a:cs typeface="+mj-cs"/>
              </a:defRPr>
            </a:lvl1pPr>
          </a:lstStyle>
          <a:p>
            <a:pPr marL="57150" lvl="0" indent="-285750">
              <a:lnSpc>
                <a:spcPct val="100000"/>
              </a:lnSpc>
              <a:spcBef>
                <a:spcPct val="0"/>
              </a:spcBef>
            </a:pPr>
            <a:r>
              <a:rPr lang="en-US" noProof="0"/>
              <a:t>Edit Master text styles</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647700" y="2717803"/>
            <a:ext cx="2834640" cy="3368675"/>
          </a:xfrm>
        </p:spPr>
        <p:txBody>
          <a:bodyPr vert="horz" wrap="square" lIns="0" tIns="45720" rIns="0" bIns="45720" rtlCol="0" anchor="t">
            <a:noAutofit/>
          </a:bodyPr>
          <a:lstStyle>
            <a:lvl1pPr marL="0" indent="0">
              <a:buNone/>
              <a:defRPr lang="en-US" sz="1400" dirty="0" smtClean="0">
                <a:latin typeface="+mn-lt"/>
                <a:ea typeface="+mj-ea"/>
                <a:cs typeface="+mj-cs"/>
              </a:defRPr>
            </a:lvl1pPr>
          </a:lstStyle>
          <a:p>
            <a:pPr marL="57150" lvl="0" indent="-285750">
              <a:lnSpc>
                <a:spcPct val="100000"/>
              </a:lnSpc>
              <a:spcBef>
                <a:spcPct val="0"/>
              </a:spcBef>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6891564" cy="830997"/>
          </a:xfrm>
        </p:spPr>
        <p:txBody>
          <a:bodyPr vert="horz" wrap="square" lIns="0" tIns="45720" rIns="91440" bIns="45720" rtlCol="0" anchor="t">
            <a:noAutofit/>
          </a:bodyPr>
          <a:lstStyle>
            <a:lvl1pPr>
              <a:defRPr lang="en-GB" sz="2400">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1906451" y="1981200"/>
            <a:ext cx="548640" cy="548640"/>
          </a:xfrm>
        </p:spPr>
        <p:txBody>
          <a:bodyPr lIns="0" tIns="0" rIns="0" bIns="0" anchor="ctr">
            <a:noAutofit/>
          </a:bodyPr>
          <a:lstStyle>
            <a:lvl1pPr marL="0" indent="0" algn="ctr">
              <a:buNone/>
              <a:defRPr sz="1400"/>
            </a:lvl1pPr>
          </a:lstStyle>
          <a:p>
            <a:pPr lvl="0"/>
            <a:r>
              <a:rPr lang="en-US" noProof="0"/>
              <a:t>Icon</a:t>
            </a:r>
          </a:p>
        </p:txBody>
      </p:sp>
      <p:sp>
        <p:nvSpPr>
          <p:cNvPr id="17" name="Content Placeholder 15">
            <a:extLst>
              <a:ext uri="{FF2B5EF4-FFF2-40B4-BE49-F238E27FC236}">
                <a16:creationId xmlns:a16="http://schemas.microsoft.com/office/drawing/2014/main" id="{6DF8CB66-232E-4CE3-96FC-CE37C74994E1}"/>
              </a:ext>
            </a:extLst>
          </p:cNvPr>
          <p:cNvSpPr>
            <a:spLocks noGrp="1"/>
          </p:cNvSpPr>
          <p:nvPr>
            <p:ph sz="quarter" idx="14" hasCustomPrompt="1"/>
          </p:nvPr>
        </p:nvSpPr>
        <p:spPr>
          <a:xfrm>
            <a:off x="5645309" y="1981200"/>
            <a:ext cx="548640" cy="548640"/>
          </a:xfrm>
        </p:spPr>
        <p:txBody>
          <a:bodyPr lIns="0" tIns="0" rIns="0" bIns="0" anchor="ctr">
            <a:noAutofit/>
          </a:bodyPr>
          <a:lstStyle>
            <a:lvl1pPr marL="0" indent="0" algn="ctr">
              <a:buNone/>
              <a:defRPr sz="1400"/>
            </a:lvl1pPr>
          </a:lstStyle>
          <a:p>
            <a:pPr lvl="0"/>
            <a:r>
              <a:rPr lang="en-US" noProof="0"/>
              <a:t>Icon</a:t>
            </a:r>
          </a:p>
        </p:txBody>
      </p:sp>
      <p:sp>
        <p:nvSpPr>
          <p:cNvPr id="18" name="Slide Number Placeholder 7">
            <a:extLst>
              <a:ext uri="{FF2B5EF4-FFF2-40B4-BE49-F238E27FC236}">
                <a16:creationId xmlns:a16="http://schemas.microsoft.com/office/drawing/2014/main" id="{8728750D-82C7-4A8D-A7C7-554934667964}"/>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277204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2 Content_3 colum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4" name="Text Placeholder 12">
            <a:extLst>
              <a:ext uri="{FF2B5EF4-FFF2-40B4-BE49-F238E27FC236}">
                <a16:creationId xmlns:a16="http://schemas.microsoft.com/office/drawing/2014/main" id="{C7F0E85E-786D-44FC-A9C8-8853277D7C38}"/>
              </a:ext>
            </a:extLst>
          </p:cNvPr>
          <p:cNvSpPr>
            <a:spLocks noGrp="1"/>
          </p:cNvSpPr>
          <p:nvPr>
            <p:ph type="body" sz="quarter" idx="12"/>
          </p:nvPr>
        </p:nvSpPr>
        <p:spPr>
          <a:xfrm>
            <a:off x="3888842" y="2717803"/>
            <a:ext cx="2377440" cy="3368675"/>
          </a:xfrm>
        </p:spPr>
        <p:txBody>
          <a:bodyPr vert="horz" wrap="square" lIns="0" tIns="45720" rIns="0" bIns="45720" rtlCol="0" anchor="t">
            <a:noAutofit/>
          </a:bodyPr>
          <a:lstStyle>
            <a:lvl1pPr marL="0" indent="0">
              <a:buNone/>
              <a:defRPr lang="en-US" sz="1400" dirty="0" smtClean="0">
                <a:solidFill>
                  <a:schemeClr val="bg1">
                    <a:lumMod val="95000"/>
                  </a:schemeClr>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647700" y="2717803"/>
            <a:ext cx="2377440" cy="3368675"/>
          </a:xfrm>
        </p:spPr>
        <p:txBody>
          <a:bodyPr vert="horz" wrap="square" lIns="0" tIns="45720" rIns="0" bIns="45720" rtlCol="0" anchor="t">
            <a:noAutofit/>
          </a:bodyPr>
          <a:lstStyle>
            <a:lvl1pPr marL="0" indent="0">
              <a:buNone/>
              <a:defRPr lang="en-US" sz="1400" dirty="0" smtClean="0">
                <a:solidFill>
                  <a:schemeClr val="bg1">
                    <a:lumMod val="95000"/>
                  </a:schemeClr>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206264" cy="830997"/>
          </a:xfrm>
        </p:spPr>
        <p:txBody>
          <a:bodyPr vert="horz" wrap="square" lIns="0" tIns="45720" rIns="91440" bIns="45720" rtlCol="0" anchor="t">
            <a:noAutofit/>
          </a:bodyPr>
          <a:lstStyle>
            <a:lvl1pPr>
              <a:defRPr lang="en-GB" sz="2400">
                <a:solidFill>
                  <a:schemeClr val="bg1">
                    <a:lumMod val="95000"/>
                  </a:schemeClr>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1562100" y="1981200"/>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7" name="Content Placeholder 15">
            <a:extLst>
              <a:ext uri="{FF2B5EF4-FFF2-40B4-BE49-F238E27FC236}">
                <a16:creationId xmlns:a16="http://schemas.microsoft.com/office/drawing/2014/main" id="{6DF8CB66-232E-4CE3-96FC-CE37C74994E1}"/>
              </a:ext>
            </a:extLst>
          </p:cNvPr>
          <p:cNvSpPr>
            <a:spLocks noGrp="1"/>
          </p:cNvSpPr>
          <p:nvPr>
            <p:ph sz="quarter" idx="14" hasCustomPrompt="1"/>
          </p:nvPr>
        </p:nvSpPr>
        <p:spPr>
          <a:xfrm>
            <a:off x="4803242" y="1981200"/>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8" name="Text Placeholder 12">
            <a:extLst>
              <a:ext uri="{FF2B5EF4-FFF2-40B4-BE49-F238E27FC236}">
                <a16:creationId xmlns:a16="http://schemas.microsoft.com/office/drawing/2014/main" id="{DEF523FD-B1FC-40A7-93AA-389CB38E17C0}"/>
              </a:ext>
            </a:extLst>
          </p:cNvPr>
          <p:cNvSpPr>
            <a:spLocks noGrp="1"/>
          </p:cNvSpPr>
          <p:nvPr>
            <p:ph type="body" sz="quarter" idx="15"/>
          </p:nvPr>
        </p:nvSpPr>
        <p:spPr>
          <a:xfrm>
            <a:off x="7129985" y="2717803"/>
            <a:ext cx="2377440" cy="3368675"/>
          </a:xfrm>
        </p:spPr>
        <p:txBody>
          <a:bodyPr vert="horz" wrap="square" lIns="0" tIns="45720" rIns="0" bIns="45720" rtlCol="0" anchor="t">
            <a:noAutofit/>
          </a:bodyPr>
          <a:lstStyle>
            <a:lvl1pPr marL="0" indent="0">
              <a:buNone/>
              <a:defRPr lang="en-US" sz="1400" dirty="0" smtClean="0">
                <a:solidFill>
                  <a:schemeClr val="bg1">
                    <a:lumMod val="95000"/>
                  </a:schemeClr>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10" name="Content Placeholder 15">
            <a:extLst>
              <a:ext uri="{FF2B5EF4-FFF2-40B4-BE49-F238E27FC236}">
                <a16:creationId xmlns:a16="http://schemas.microsoft.com/office/drawing/2014/main" id="{B60C8CC8-C869-4395-B389-D76DF4A56AA1}"/>
              </a:ext>
            </a:extLst>
          </p:cNvPr>
          <p:cNvSpPr>
            <a:spLocks noGrp="1"/>
          </p:cNvSpPr>
          <p:nvPr>
            <p:ph sz="quarter" idx="16" hasCustomPrompt="1"/>
          </p:nvPr>
        </p:nvSpPr>
        <p:spPr>
          <a:xfrm>
            <a:off x="8044385" y="1981200"/>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1" name="Slide Number Placeholder 7">
            <a:extLst>
              <a:ext uri="{FF2B5EF4-FFF2-40B4-BE49-F238E27FC236}">
                <a16:creationId xmlns:a16="http://schemas.microsoft.com/office/drawing/2014/main" id="{E10AF5F6-7B7D-4CE6-A1D0-2F46804D3CE7}"/>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105480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3 Content_2 column Vertical">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1809750" y="1847927"/>
            <a:ext cx="7315200" cy="1461613"/>
          </a:xfrm>
        </p:spPr>
        <p:txBody>
          <a:bodyPr vert="horz" wrap="square" lIns="0" tIns="45720" rIns="0" bIns="45720" rtlCol="0" anchor="t">
            <a:noAutofit/>
          </a:bodyPr>
          <a:lstStyle>
            <a:lvl1pPr>
              <a:defRPr lang="en-US" sz="1400" dirty="0" smtClean="0">
                <a:solidFill>
                  <a:schemeClr val="bg1">
                    <a:lumMod val="95000"/>
                  </a:schemeClr>
                </a:solidFill>
                <a:latin typeface="+mn-lt"/>
                <a:ea typeface="+mj-ea"/>
                <a:cs typeface="+mj-cs"/>
              </a:defRPr>
            </a:lvl1pPr>
          </a:lstStyle>
          <a:p>
            <a:pPr marL="0" lvl="0">
              <a:lnSpc>
                <a:spcPct val="100000"/>
              </a:lnSpc>
              <a:spcBef>
                <a:spcPct val="0"/>
              </a:spcBef>
              <a:buNone/>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206264" cy="830997"/>
          </a:xfrm>
        </p:spPr>
        <p:txBody>
          <a:bodyPr vert="horz" wrap="square" lIns="0" tIns="45720" rIns="91440" bIns="45720" rtlCol="0" anchor="t">
            <a:noAutofit/>
          </a:bodyPr>
          <a:lstStyle>
            <a:lvl1pPr>
              <a:defRPr lang="en-GB" sz="2400">
                <a:solidFill>
                  <a:schemeClr val="bg1">
                    <a:lumMod val="95000"/>
                  </a:schemeClr>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647700" y="2304413"/>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1" name="Text Placeholder 12">
            <a:extLst>
              <a:ext uri="{FF2B5EF4-FFF2-40B4-BE49-F238E27FC236}">
                <a16:creationId xmlns:a16="http://schemas.microsoft.com/office/drawing/2014/main" id="{C3BB8EAB-4266-4938-A8CB-6D18C938017F}"/>
              </a:ext>
            </a:extLst>
          </p:cNvPr>
          <p:cNvSpPr>
            <a:spLocks noGrp="1"/>
          </p:cNvSpPr>
          <p:nvPr>
            <p:ph type="body" sz="quarter" idx="14"/>
          </p:nvPr>
        </p:nvSpPr>
        <p:spPr>
          <a:xfrm>
            <a:off x="1809750" y="4048520"/>
            <a:ext cx="7315200" cy="1461613"/>
          </a:xfrm>
        </p:spPr>
        <p:txBody>
          <a:bodyPr vert="horz" wrap="square" lIns="0" tIns="45720" rIns="0" bIns="45720" rtlCol="0" anchor="t">
            <a:noAutofit/>
          </a:bodyPr>
          <a:lstStyle>
            <a:lvl1pPr>
              <a:defRPr lang="en-US" sz="1400" dirty="0" smtClean="0">
                <a:solidFill>
                  <a:schemeClr val="bg1">
                    <a:lumMod val="95000"/>
                  </a:schemeClr>
                </a:solidFill>
                <a:latin typeface="+mn-lt"/>
                <a:ea typeface="+mj-ea"/>
                <a:cs typeface="+mj-cs"/>
              </a:defRPr>
            </a:lvl1pPr>
          </a:lstStyle>
          <a:p>
            <a:pPr marL="0" lvl="0">
              <a:lnSpc>
                <a:spcPct val="100000"/>
              </a:lnSpc>
              <a:spcBef>
                <a:spcPct val="0"/>
              </a:spcBef>
              <a:buNone/>
            </a:pPr>
            <a:r>
              <a:rPr lang="en-US" noProof="0"/>
              <a:t>Edit Master text styles</a:t>
            </a:r>
          </a:p>
        </p:txBody>
      </p:sp>
      <p:sp>
        <p:nvSpPr>
          <p:cNvPr id="12" name="Content Placeholder 15">
            <a:extLst>
              <a:ext uri="{FF2B5EF4-FFF2-40B4-BE49-F238E27FC236}">
                <a16:creationId xmlns:a16="http://schemas.microsoft.com/office/drawing/2014/main" id="{716D363C-A0A5-4FB1-8CC2-850C0CD9F4E7}"/>
              </a:ext>
            </a:extLst>
          </p:cNvPr>
          <p:cNvSpPr>
            <a:spLocks noGrp="1"/>
          </p:cNvSpPr>
          <p:nvPr>
            <p:ph sz="quarter" idx="15" hasCustomPrompt="1"/>
          </p:nvPr>
        </p:nvSpPr>
        <p:spPr>
          <a:xfrm>
            <a:off x="647700" y="4505006"/>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5" name="Slide Number Placeholder 7">
            <a:extLst>
              <a:ext uri="{FF2B5EF4-FFF2-40B4-BE49-F238E27FC236}">
                <a16:creationId xmlns:a16="http://schemas.microsoft.com/office/drawing/2014/main" id="{AAF4A39B-C3C3-4691-BB94-371047ADD50E}"/>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2447190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4 Content_1 colum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1562100" y="1733627"/>
            <a:ext cx="2438400" cy="4248073"/>
          </a:xfrm>
        </p:spPr>
        <p:txBody>
          <a:bodyPr vert="horz" wrap="square" lIns="0" tIns="45720" rIns="0" bIns="45720" rtlCol="0" anchor="t">
            <a:noAutofit/>
          </a:bodyPr>
          <a:lstStyle>
            <a:lvl1pPr>
              <a:defRPr lang="en-US" sz="1400" dirty="0" smtClean="0">
                <a:solidFill>
                  <a:schemeClr val="bg1">
                    <a:lumMod val="95000"/>
                  </a:schemeClr>
                </a:solidFill>
                <a:latin typeface="+mn-lt"/>
                <a:ea typeface="+mj-ea"/>
                <a:cs typeface="+mj-cs"/>
              </a:defRPr>
            </a:lvl1pPr>
          </a:lstStyle>
          <a:p>
            <a:pPr marL="0" lvl="0">
              <a:lnSpc>
                <a:spcPct val="100000"/>
              </a:lnSpc>
              <a:spcBef>
                <a:spcPct val="0"/>
              </a:spcBef>
              <a:buNone/>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206264" cy="830997"/>
          </a:xfrm>
        </p:spPr>
        <p:txBody>
          <a:bodyPr vert="horz" wrap="square" lIns="0" tIns="45720" rIns="91440" bIns="45720" rtlCol="0" anchor="t">
            <a:noAutofit/>
          </a:bodyPr>
          <a:lstStyle>
            <a:lvl1pPr>
              <a:defRPr lang="en-GB" sz="2400">
                <a:solidFill>
                  <a:schemeClr val="bg1">
                    <a:lumMod val="95000"/>
                  </a:schemeClr>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647700" y="1733627"/>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8" name="Slide Number Placeholder 7">
            <a:extLst>
              <a:ext uri="{FF2B5EF4-FFF2-40B4-BE49-F238E27FC236}">
                <a16:creationId xmlns:a16="http://schemas.microsoft.com/office/drawing/2014/main" id="{100F546D-5491-4A19-9725-5C920C5738BE}"/>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2215973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5 Conten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1562100" y="1733627"/>
            <a:ext cx="8534400" cy="4248073"/>
          </a:xfrm>
        </p:spPr>
        <p:txBody>
          <a:bodyPr vert="horz" wrap="square" lIns="0" tIns="45720" rIns="0" bIns="45720" rtlCol="0" anchor="t">
            <a:noAutofit/>
          </a:bodyPr>
          <a:lstStyle>
            <a:lvl1pPr>
              <a:defRPr lang="en-US" sz="1400" dirty="0" smtClean="0">
                <a:solidFill>
                  <a:schemeClr val="tx1"/>
                </a:solidFill>
                <a:latin typeface="+mn-lt"/>
                <a:ea typeface="+mj-ea"/>
                <a:cs typeface="+mj-cs"/>
              </a:defRPr>
            </a:lvl1pPr>
          </a:lstStyle>
          <a:p>
            <a:pPr marL="0" lvl="0">
              <a:lnSpc>
                <a:spcPct val="100000"/>
              </a:lnSpc>
              <a:spcBef>
                <a:spcPct val="0"/>
              </a:spcBef>
              <a:buNone/>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647700" y="1733627"/>
            <a:ext cx="548640" cy="548640"/>
          </a:xfrm>
        </p:spPr>
        <p:txBody>
          <a:bodyPr lIns="0" tIns="0" rIns="0" bIns="0" anchor="ctr">
            <a:noAutofit/>
          </a:bodyPr>
          <a:lstStyle>
            <a:lvl1pPr marL="0" indent="0" algn="ctr">
              <a:buNone/>
              <a:defRPr sz="1400">
                <a:solidFill>
                  <a:schemeClr val="tx1"/>
                </a:solidFill>
              </a:defRPr>
            </a:lvl1pPr>
          </a:lstStyle>
          <a:p>
            <a:pPr lvl="0"/>
            <a:r>
              <a:rPr lang="en-US" noProof="0"/>
              <a:t>Icon</a:t>
            </a:r>
          </a:p>
        </p:txBody>
      </p:sp>
      <p:grpSp>
        <p:nvGrpSpPr>
          <p:cNvPr id="11" name="Group 10">
            <a:extLst>
              <a:ext uri="{FF2B5EF4-FFF2-40B4-BE49-F238E27FC236}">
                <a16:creationId xmlns:a16="http://schemas.microsoft.com/office/drawing/2014/main" id="{00AC1958-0DCB-4970-ADE3-E64DAAFC501D}"/>
              </a:ext>
            </a:extLst>
          </p:cNvPr>
          <p:cNvGrpSpPr/>
          <p:nvPr userDrawn="1"/>
        </p:nvGrpSpPr>
        <p:grpSpPr>
          <a:xfrm>
            <a:off x="0" y="6086479"/>
            <a:ext cx="12192000" cy="600974"/>
            <a:chOff x="0" y="6086479"/>
            <a:chExt cx="12192000" cy="600974"/>
          </a:xfrm>
        </p:grpSpPr>
        <p:sp>
          <p:nvSpPr>
            <p:cNvPr id="12" name="Rectangle 11">
              <a:extLst>
                <a:ext uri="{FF2B5EF4-FFF2-40B4-BE49-F238E27FC236}">
                  <a16:creationId xmlns:a16="http://schemas.microsoft.com/office/drawing/2014/main" id="{9E71A8D8-5A28-4968-9E80-110E9CB88F92}"/>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7239C02C-1FAD-4E73-AB32-5A30A946A447}"/>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5" name="Slide Number Placeholder 5">
            <a:extLst>
              <a:ext uri="{FF2B5EF4-FFF2-40B4-BE49-F238E27FC236}">
                <a16:creationId xmlns:a16="http://schemas.microsoft.com/office/drawing/2014/main" id="{FF40D550-A563-4E50-AEE9-6D9D19499F9F}"/>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Tree>
    <p:extLst>
      <p:ext uri="{BB962C8B-B14F-4D97-AF65-F5344CB8AC3E}">
        <p14:creationId xmlns:p14="http://schemas.microsoft.com/office/powerpoint/2010/main" val="1830657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Tree>
    <p:extLst>
      <p:ext uri="{BB962C8B-B14F-4D97-AF65-F5344CB8AC3E}">
        <p14:creationId xmlns:p14="http://schemas.microsoft.com/office/powerpoint/2010/main" val="150809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Images_Important Text 01">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935D313-376E-4CA0-9732-D0CACCC07FAD}"/>
              </a:ext>
            </a:extLst>
          </p:cNvPr>
          <p:cNvSpPr>
            <a:spLocks noGrp="1"/>
          </p:cNvSpPr>
          <p:nvPr>
            <p:ph type="pic" sz="quarter" idx="13" hasCustomPrompt="1"/>
          </p:nvPr>
        </p:nvSpPr>
        <p:spPr>
          <a:xfrm>
            <a:off x="6464300" y="0"/>
            <a:ext cx="5727700" cy="6858000"/>
          </a:xfrm>
          <a:custGeom>
            <a:avLst/>
            <a:gdLst>
              <a:gd name="connsiteX0" fmla="*/ 1708150 w 5727700"/>
              <a:gd name="connsiteY0" fmla="*/ 0 h 6858000"/>
              <a:gd name="connsiteX1" fmla="*/ 5727700 w 5727700"/>
              <a:gd name="connsiteY1" fmla="*/ 0 h 6858000"/>
              <a:gd name="connsiteX2" fmla="*/ 5727700 w 5727700"/>
              <a:gd name="connsiteY2" fmla="*/ 6858000 h 6858000"/>
              <a:gd name="connsiteX3" fmla="*/ 0 w 5727700"/>
              <a:gd name="connsiteY3" fmla="*/ 6858000 h 6858000"/>
              <a:gd name="connsiteX4" fmla="*/ 0 w 5727700"/>
              <a:gd name="connsiteY4" fmla="*/ 68326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00" h="6858000">
                <a:moveTo>
                  <a:pt x="1708150" y="0"/>
                </a:moveTo>
                <a:lnTo>
                  <a:pt x="5727700" y="0"/>
                </a:lnTo>
                <a:lnTo>
                  <a:pt x="5727700" y="6858000"/>
                </a:lnTo>
                <a:lnTo>
                  <a:pt x="0" y="6858000"/>
                </a:lnTo>
                <a:lnTo>
                  <a:pt x="0" y="6832600"/>
                </a:lnTo>
                <a:close/>
              </a:path>
            </a:pathLst>
          </a:custGeom>
        </p:spPr>
        <p:txBody>
          <a:bodyPr vert="horz" wrap="square" lIns="91440" tIns="45720" rIns="91440" bIns="45720" rtlCol="0" anchor="ctr" anchorCtr="1">
            <a:noAutofit/>
          </a:bodyPr>
          <a:lstStyle>
            <a:lvl1pPr marL="0" indent="0">
              <a:buNone/>
              <a:defRPr lang="en-GB" sz="1800"/>
            </a:lvl1pPr>
          </a:lstStyle>
          <a:p>
            <a:pPr marL="228600" lvl="0" indent="-228600" algn="ctr"/>
            <a:r>
              <a:rPr lang="en-US" noProof="0" dirty="0"/>
              <a:t>Insert Image</a:t>
            </a:r>
          </a:p>
        </p:txBody>
      </p:sp>
      <p:sp>
        <p:nvSpPr>
          <p:cNvPr id="12" name="Picture Placeholder 11">
            <a:extLst>
              <a:ext uri="{FF2B5EF4-FFF2-40B4-BE49-F238E27FC236}">
                <a16:creationId xmlns:a16="http://schemas.microsoft.com/office/drawing/2014/main" id="{83A2DEF1-03FF-475D-994A-6FC6FB1414FB}"/>
              </a:ext>
            </a:extLst>
          </p:cNvPr>
          <p:cNvSpPr>
            <a:spLocks noGrp="1"/>
          </p:cNvSpPr>
          <p:nvPr>
            <p:ph type="pic" sz="quarter" idx="12" hasCustomPrompt="1"/>
          </p:nvPr>
        </p:nvSpPr>
        <p:spPr>
          <a:xfrm>
            <a:off x="0" y="0"/>
            <a:ext cx="8087304" cy="6858000"/>
          </a:xfrm>
          <a:custGeom>
            <a:avLst/>
            <a:gdLst>
              <a:gd name="connsiteX0" fmla="*/ 0 w 8087304"/>
              <a:gd name="connsiteY0" fmla="*/ 0 h 6858000"/>
              <a:gd name="connsiteX1" fmla="*/ 8087304 w 8087304"/>
              <a:gd name="connsiteY1" fmla="*/ 0 h 6858000"/>
              <a:gd name="connsiteX2" fmla="*/ 8087304 w 8087304"/>
              <a:gd name="connsiteY2" fmla="*/ 7620 h 6858000"/>
              <a:gd name="connsiteX3" fmla="*/ 6368365 w 8087304"/>
              <a:gd name="connsiteY3" fmla="*/ 6858000 h 6858000"/>
              <a:gd name="connsiteX4" fmla="*/ 0 w 808730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7304" h="6858000">
                <a:moveTo>
                  <a:pt x="0" y="0"/>
                </a:moveTo>
                <a:lnTo>
                  <a:pt x="8087304" y="0"/>
                </a:lnTo>
                <a:lnTo>
                  <a:pt x="8087304" y="7620"/>
                </a:lnTo>
                <a:lnTo>
                  <a:pt x="6368365" y="6858000"/>
                </a:lnTo>
                <a:lnTo>
                  <a:pt x="0" y="6858000"/>
                </a:lnTo>
                <a:close/>
              </a:path>
            </a:pathLst>
          </a:custGeom>
        </p:spPr>
        <p:txBody>
          <a:bodyPr wrap="square" anchor="ctr" anchorCtr="1">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85750" marR="0" lvl="0" indent="-285750" algn="ctr" defTabSz="914400" rtl="0" eaLnBrk="1" fontAlgn="auto" latinLnBrk="0" hangingPunct="1">
              <a:lnSpc>
                <a:spcPct val="90000"/>
              </a:lnSpc>
              <a:spcBef>
                <a:spcPts val="1000"/>
              </a:spcBef>
              <a:spcAft>
                <a:spcPts val="0"/>
              </a:spcAft>
              <a:buClrTx/>
              <a:buSzTx/>
              <a:tabLst/>
              <a:defRPr/>
            </a:pPr>
            <a:r>
              <a:rPr lang="en-US" noProof="0" dirty="0"/>
              <a:t>Insert Image</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785586" y="5047107"/>
            <a:ext cx="5005614" cy="1005840"/>
          </a:xfrm>
        </p:spPr>
        <p:txBody>
          <a:bodyPr vert="horz" wrap="square" lIns="0" tIns="45720" rIns="0" bIns="45720" rtlCol="0" anchor="t">
            <a:noAutofit/>
          </a:bodyPr>
          <a:lstStyle>
            <a:lvl1pPr marL="0" indent="0">
              <a:buNone/>
              <a:defRPr lang="en-US" sz="1600" dirty="0" smtClean="0">
                <a:solidFill>
                  <a:schemeClr val="tx1"/>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785586" y="4081468"/>
            <a:ext cx="5005614" cy="822960"/>
          </a:xfrm>
        </p:spPr>
        <p:txBody>
          <a:bodyPr vert="horz" wrap="square" lIns="0" tIns="45720" rIns="91440" bIns="45720" rtlCol="0" anchor="t">
            <a:noAutofit/>
          </a:bodyPr>
          <a:lstStyle>
            <a:lvl1pPr marL="0" indent="0">
              <a:buFont typeface="Arial" panose="020B0604020202020204" pitchFamily="34" charset="0"/>
              <a:buNone/>
              <a:defRPr lang="en-GB" sz="2400" dirty="0">
                <a:solidFill>
                  <a:schemeClr val="tx1"/>
                </a:solidFill>
                <a:latin typeface="Corbel" panose="020B0503020204020204" pitchFamily="34" charset="0"/>
              </a:defRPr>
            </a:lvl1pPr>
          </a:lstStyle>
          <a:p>
            <a:pPr marL="0" lvl="0">
              <a:lnSpc>
                <a:spcPct val="100000"/>
              </a:lnSpc>
            </a:pPr>
            <a:r>
              <a:rPr lang="en-US" noProof="0"/>
              <a:t>Click to edit Master title style</a:t>
            </a:r>
          </a:p>
        </p:txBody>
      </p:sp>
      <p:sp>
        <p:nvSpPr>
          <p:cNvPr id="20" name="Slide Number Placeholder 7">
            <a:extLst>
              <a:ext uri="{FF2B5EF4-FFF2-40B4-BE49-F238E27FC236}">
                <a16:creationId xmlns:a16="http://schemas.microsoft.com/office/drawing/2014/main" id="{1CEA3362-50AD-4D98-92C4-DA1D8C857A75}"/>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791417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F3686C7-DF83-47D9-A485-35F4F1D36A69}"/>
              </a:ext>
            </a:extLst>
          </p:cNvPr>
          <p:cNvGrpSpPr/>
          <p:nvPr userDrawn="1"/>
        </p:nvGrpSpPr>
        <p:grpSpPr>
          <a:xfrm>
            <a:off x="0" y="6086479"/>
            <a:ext cx="12192000" cy="600974"/>
            <a:chOff x="0" y="6086479"/>
            <a:chExt cx="12192000" cy="600974"/>
          </a:xfrm>
        </p:grpSpPr>
        <p:sp>
          <p:nvSpPr>
            <p:cNvPr id="4" name="Rectangle 3">
              <a:extLst>
                <a:ext uri="{FF2B5EF4-FFF2-40B4-BE49-F238E27FC236}">
                  <a16:creationId xmlns:a16="http://schemas.microsoft.com/office/drawing/2014/main" id="{790B36CF-9391-49E9-B599-8B724B6EF267}"/>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468CE156-5D60-42B0-A4F9-33FA85537807}"/>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Slide Number Placeholder 7">
            <a:extLst>
              <a:ext uri="{FF2B5EF4-FFF2-40B4-BE49-F238E27FC236}">
                <a16:creationId xmlns:a16="http://schemas.microsoft.com/office/drawing/2014/main" id="{9E4521A1-4C9D-4795-B551-D151E8856AAE}"/>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540370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0" name="Title 1">
            <a:extLst>
              <a:ext uri="{FF2B5EF4-FFF2-40B4-BE49-F238E27FC236}">
                <a16:creationId xmlns:a16="http://schemas.microsoft.com/office/drawing/2014/main" id="{A75C086E-F523-4C77-938F-0DB6203DBC43}"/>
              </a:ext>
            </a:extLst>
          </p:cNvPr>
          <p:cNvSpPr>
            <a:spLocks noGrp="1"/>
          </p:cNvSpPr>
          <p:nvPr>
            <p:ph type="ctrTitle" hasCustomPrompt="1"/>
          </p:nvPr>
        </p:nvSpPr>
        <p:spPr>
          <a:xfrm>
            <a:off x="691080" y="2139696"/>
            <a:ext cx="5578995" cy="879928"/>
          </a:xfrm>
        </p:spPr>
        <p:txBody>
          <a:bodyPr vert="horz" lIns="91440" tIns="45720" rIns="91440" bIns="45720" rtlCol="0" anchor="ctr" anchorCtr="0">
            <a:noAutofit/>
          </a:bodyPr>
          <a:lstStyle>
            <a:lvl1pPr algn="l">
              <a:defRPr lang="en-GB" b="0" dirty="0">
                <a:solidFill>
                  <a:schemeClr val="bg1"/>
                </a:solidFill>
              </a:defRPr>
            </a:lvl1pPr>
          </a:lstStyle>
          <a:p>
            <a:pPr marL="0" lvl="0" algn="ctr"/>
            <a:r>
              <a:rPr lang="en-US" noProof="0"/>
              <a:t>TITLE</a:t>
            </a:r>
          </a:p>
        </p:txBody>
      </p:sp>
      <p:sp>
        <p:nvSpPr>
          <p:cNvPr id="17" name="Text Placeholder 4">
            <a:extLst>
              <a:ext uri="{FF2B5EF4-FFF2-40B4-BE49-F238E27FC236}">
                <a16:creationId xmlns:a16="http://schemas.microsoft.com/office/drawing/2014/main" id="{B293AB9F-7C1D-4A06-9F42-4FD67BF2739F}"/>
              </a:ext>
            </a:extLst>
          </p:cNvPr>
          <p:cNvSpPr>
            <a:spLocks noGrp="1"/>
          </p:cNvSpPr>
          <p:nvPr>
            <p:ph type="body" sz="quarter" idx="15" hasCustomPrompt="1"/>
          </p:nvPr>
        </p:nvSpPr>
        <p:spPr>
          <a:xfrm>
            <a:off x="1359075" y="3653097"/>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Name</a:t>
            </a:r>
          </a:p>
        </p:txBody>
      </p:sp>
      <p:sp>
        <p:nvSpPr>
          <p:cNvPr id="18" name="Text Placeholder 4">
            <a:extLst>
              <a:ext uri="{FF2B5EF4-FFF2-40B4-BE49-F238E27FC236}">
                <a16:creationId xmlns:a16="http://schemas.microsoft.com/office/drawing/2014/main" id="{224AF9FB-5C6E-4050-AE8D-3B218C0F1DAE}"/>
              </a:ext>
            </a:extLst>
          </p:cNvPr>
          <p:cNvSpPr>
            <a:spLocks noGrp="1"/>
          </p:cNvSpPr>
          <p:nvPr>
            <p:ph type="body" sz="quarter" idx="16" hasCustomPrompt="1"/>
          </p:nvPr>
        </p:nvSpPr>
        <p:spPr>
          <a:xfrm>
            <a:off x="1359075" y="4392151"/>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Phone</a:t>
            </a:r>
          </a:p>
        </p:txBody>
      </p:sp>
      <p:sp>
        <p:nvSpPr>
          <p:cNvPr id="19" name="Text Placeholder 4">
            <a:extLst>
              <a:ext uri="{FF2B5EF4-FFF2-40B4-BE49-F238E27FC236}">
                <a16:creationId xmlns:a16="http://schemas.microsoft.com/office/drawing/2014/main" id="{68A48B85-2E0B-42B6-AB4A-1302D3C828F5}"/>
              </a:ext>
            </a:extLst>
          </p:cNvPr>
          <p:cNvSpPr>
            <a:spLocks noGrp="1"/>
          </p:cNvSpPr>
          <p:nvPr>
            <p:ph type="body" sz="quarter" idx="17" hasCustomPrompt="1"/>
          </p:nvPr>
        </p:nvSpPr>
        <p:spPr>
          <a:xfrm>
            <a:off x="1359075" y="5131205"/>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Email</a:t>
            </a:r>
          </a:p>
        </p:txBody>
      </p:sp>
      <p:sp>
        <p:nvSpPr>
          <p:cNvPr id="20" name="Text Placeholder 4">
            <a:extLst>
              <a:ext uri="{FF2B5EF4-FFF2-40B4-BE49-F238E27FC236}">
                <a16:creationId xmlns:a16="http://schemas.microsoft.com/office/drawing/2014/main" id="{9244D33F-3A47-4DE3-8198-7AC5316E31E6}"/>
              </a:ext>
            </a:extLst>
          </p:cNvPr>
          <p:cNvSpPr>
            <a:spLocks noGrp="1"/>
          </p:cNvSpPr>
          <p:nvPr>
            <p:ph type="body" sz="quarter" idx="18" hasCustomPrompt="1"/>
          </p:nvPr>
        </p:nvSpPr>
        <p:spPr>
          <a:xfrm>
            <a:off x="1359075" y="5870258"/>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Website</a:t>
            </a:r>
          </a:p>
        </p:txBody>
      </p:sp>
      <p:sp>
        <p:nvSpPr>
          <p:cNvPr id="3" name="Content Placeholder 2">
            <a:extLst>
              <a:ext uri="{FF2B5EF4-FFF2-40B4-BE49-F238E27FC236}">
                <a16:creationId xmlns:a16="http://schemas.microsoft.com/office/drawing/2014/main" id="{8F220C8B-2E18-4D91-A806-6C7C3940B00F}"/>
              </a:ext>
            </a:extLst>
          </p:cNvPr>
          <p:cNvSpPr>
            <a:spLocks noGrp="1" noChangeAspect="1"/>
          </p:cNvSpPr>
          <p:nvPr>
            <p:ph sz="quarter" idx="19" hasCustomPrompt="1"/>
          </p:nvPr>
        </p:nvSpPr>
        <p:spPr>
          <a:xfrm>
            <a:off x="691080" y="4295744"/>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
        <p:nvSpPr>
          <p:cNvPr id="28" name="Content Placeholder 2">
            <a:extLst>
              <a:ext uri="{FF2B5EF4-FFF2-40B4-BE49-F238E27FC236}">
                <a16:creationId xmlns:a16="http://schemas.microsoft.com/office/drawing/2014/main" id="{3D1C5933-D103-4989-B652-C7B692341BC3}"/>
              </a:ext>
            </a:extLst>
          </p:cNvPr>
          <p:cNvSpPr>
            <a:spLocks noGrp="1" noChangeAspect="1"/>
          </p:cNvSpPr>
          <p:nvPr>
            <p:ph sz="quarter" idx="20" hasCustomPrompt="1"/>
          </p:nvPr>
        </p:nvSpPr>
        <p:spPr>
          <a:xfrm>
            <a:off x="691080" y="5034798"/>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
        <p:nvSpPr>
          <p:cNvPr id="29" name="Content Placeholder 2">
            <a:extLst>
              <a:ext uri="{FF2B5EF4-FFF2-40B4-BE49-F238E27FC236}">
                <a16:creationId xmlns:a16="http://schemas.microsoft.com/office/drawing/2014/main" id="{A80EBF65-A9A1-4724-B962-DB9B79A924AA}"/>
              </a:ext>
            </a:extLst>
          </p:cNvPr>
          <p:cNvSpPr>
            <a:spLocks noGrp="1" noChangeAspect="1"/>
          </p:cNvSpPr>
          <p:nvPr>
            <p:ph sz="quarter" idx="21" hasCustomPrompt="1"/>
          </p:nvPr>
        </p:nvSpPr>
        <p:spPr>
          <a:xfrm>
            <a:off x="691080" y="5773851"/>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
        <p:nvSpPr>
          <p:cNvPr id="30" name="Content Placeholder 2">
            <a:extLst>
              <a:ext uri="{FF2B5EF4-FFF2-40B4-BE49-F238E27FC236}">
                <a16:creationId xmlns:a16="http://schemas.microsoft.com/office/drawing/2014/main" id="{06251342-E6E3-4C57-A0A9-C7BB3DCAE115}"/>
              </a:ext>
            </a:extLst>
          </p:cNvPr>
          <p:cNvSpPr>
            <a:spLocks noGrp="1" noChangeAspect="1"/>
          </p:cNvSpPr>
          <p:nvPr>
            <p:ph sz="quarter" idx="22" hasCustomPrompt="1"/>
          </p:nvPr>
        </p:nvSpPr>
        <p:spPr>
          <a:xfrm>
            <a:off x="691080" y="3556690"/>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Tree>
    <p:extLst>
      <p:ext uri="{BB962C8B-B14F-4D97-AF65-F5344CB8AC3E}">
        <p14:creationId xmlns:p14="http://schemas.microsoft.com/office/powerpoint/2010/main" val="4169354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grpSp>
        <p:nvGrpSpPr>
          <p:cNvPr id="6" name="Group 5">
            <a:extLst>
              <a:ext uri="{FF2B5EF4-FFF2-40B4-BE49-F238E27FC236}">
                <a16:creationId xmlns:a16="http://schemas.microsoft.com/office/drawing/2014/main" id="{EFDB39AB-B644-434A-9D55-AF3455D468E5}"/>
              </a:ext>
            </a:extLst>
          </p:cNvPr>
          <p:cNvGrpSpPr/>
          <p:nvPr userDrawn="1"/>
        </p:nvGrpSpPr>
        <p:grpSpPr>
          <a:xfrm>
            <a:off x="9140346" y="5054600"/>
            <a:ext cx="676275" cy="114300"/>
            <a:chOff x="9330846" y="5054600"/>
            <a:chExt cx="676275" cy="114300"/>
          </a:xfrm>
        </p:grpSpPr>
        <p:sp>
          <p:nvSpPr>
            <p:cNvPr id="7" name="Oval 6">
              <a:extLst>
                <a:ext uri="{FF2B5EF4-FFF2-40B4-BE49-F238E27FC236}">
                  <a16:creationId xmlns:a16="http://schemas.microsoft.com/office/drawing/2014/main" id="{BF14E129-1970-4994-89E5-F7A67128AFE3}"/>
                </a:ext>
              </a:extLst>
            </p:cNvPr>
            <p:cNvSpPr/>
            <p:nvPr/>
          </p:nvSpPr>
          <p:spPr>
            <a:xfrm>
              <a:off x="933084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593336FA-97B2-4528-88E8-5FF97F86E216}"/>
                </a:ext>
              </a:extLst>
            </p:cNvPr>
            <p:cNvSpPr/>
            <p:nvPr/>
          </p:nvSpPr>
          <p:spPr>
            <a:xfrm>
              <a:off x="951817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8A73C166-FCDF-40AE-8B0D-69C7E2C8573E}"/>
                </a:ext>
              </a:extLst>
            </p:cNvPr>
            <p:cNvSpPr/>
            <p:nvPr/>
          </p:nvSpPr>
          <p:spPr>
            <a:xfrm>
              <a:off x="970549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F418119-E3DD-44B0-A4AF-F8A98EC5863B}"/>
                </a:ext>
              </a:extLst>
            </p:cNvPr>
            <p:cNvSpPr/>
            <p:nvPr/>
          </p:nvSpPr>
          <p:spPr>
            <a:xfrm>
              <a:off x="989282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3" name="Freeform: Shape 12">
            <a:extLst>
              <a:ext uri="{FF2B5EF4-FFF2-40B4-BE49-F238E27FC236}">
                <a16:creationId xmlns:a16="http://schemas.microsoft.com/office/drawing/2014/main" id="{5BE10AC4-CBFC-4ECF-92D5-9CE1874F58D7}"/>
              </a:ext>
            </a:extLst>
          </p:cNvPr>
          <p:cNvSpPr/>
          <p:nvPr userDrawn="1"/>
        </p:nvSpPr>
        <p:spPr>
          <a:xfrm>
            <a:off x="0" y="0"/>
            <a:ext cx="8568965"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466734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305EBB3-0F16-4B63-82ED-191AB224B8E2}"/>
              </a:ext>
            </a:extLst>
          </p:cNvPr>
          <p:cNvSpPr/>
          <p:nvPr userDrawn="1"/>
        </p:nvSpPr>
        <p:spPr>
          <a:xfrm>
            <a:off x="4334810" y="0"/>
            <a:ext cx="3522381"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grpSp>
        <p:nvGrpSpPr>
          <p:cNvPr id="6" name="Group 5">
            <a:extLst>
              <a:ext uri="{FF2B5EF4-FFF2-40B4-BE49-F238E27FC236}">
                <a16:creationId xmlns:a16="http://schemas.microsoft.com/office/drawing/2014/main" id="{EFDB39AB-B644-434A-9D55-AF3455D468E5}"/>
              </a:ext>
            </a:extLst>
          </p:cNvPr>
          <p:cNvGrpSpPr/>
          <p:nvPr userDrawn="1"/>
        </p:nvGrpSpPr>
        <p:grpSpPr>
          <a:xfrm>
            <a:off x="9140346" y="5054600"/>
            <a:ext cx="676275" cy="114300"/>
            <a:chOff x="9330846" y="5054600"/>
            <a:chExt cx="676275" cy="114300"/>
          </a:xfrm>
        </p:grpSpPr>
        <p:sp>
          <p:nvSpPr>
            <p:cNvPr id="7" name="Oval 6">
              <a:extLst>
                <a:ext uri="{FF2B5EF4-FFF2-40B4-BE49-F238E27FC236}">
                  <a16:creationId xmlns:a16="http://schemas.microsoft.com/office/drawing/2014/main" id="{BF14E129-1970-4994-89E5-F7A67128AFE3}"/>
                </a:ext>
              </a:extLst>
            </p:cNvPr>
            <p:cNvSpPr/>
            <p:nvPr/>
          </p:nvSpPr>
          <p:spPr>
            <a:xfrm>
              <a:off x="933084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593336FA-97B2-4528-88E8-5FF97F86E216}"/>
                </a:ext>
              </a:extLst>
            </p:cNvPr>
            <p:cNvSpPr/>
            <p:nvPr/>
          </p:nvSpPr>
          <p:spPr>
            <a:xfrm>
              <a:off x="951817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8A73C166-FCDF-40AE-8B0D-69C7E2C8573E}"/>
                </a:ext>
              </a:extLst>
            </p:cNvPr>
            <p:cNvSpPr/>
            <p:nvPr/>
          </p:nvSpPr>
          <p:spPr>
            <a:xfrm>
              <a:off x="970549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F418119-E3DD-44B0-A4AF-F8A98EC5863B}"/>
                </a:ext>
              </a:extLst>
            </p:cNvPr>
            <p:cNvSpPr/>
            <p:nvPr/>
          </p:nvSpPr>
          <p:spPr>
            <a:xfrm>
              <a:off x="989282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3873491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Content Placeholder 2">
            <a:extLst>
              <a:ext uri="{FF2B5EF4-FFF2-40B4-BE49-F238E27FC236}">
                <a16:creationId xmlns:a16="http://schemas.microsoft.com/office/drawing/2014/main" id="{C7BBA6D3-FEB9-412B-8FBB-095FC3A60ABF}"/>
              </a:ext>
            </a:extLst>
          </p:cNvPr>
          <p:cNvSpPr>
            <a:spLocks noGrp="1"/>
          </p:cNvSpPr>
          <p:nvPr>
            <p:ph idx="1"/>
          </p:nvPr>
        </p:nvSpPr>
        <p:spPr>
          <a:xfrm>
            <a:off x="633186" y="1825625"/>
            <a:ext cx="10815864"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1002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Content Placeholder 2">
            <a:extLst>
              <a:ext uri="{FF2B5EF4-FFF2-40B4-BE49-F238E27FC236}">
                <a16:creationId xmlns:a16="http://schemas.microsoft.com/office/drawing/2014/main" id="{64A4F74B-B2CD-407C-865A-037EDFAC9DB0}"/>
              </a:ext>
            </a:extLst>
          </p:cNvPr>
          <p:cNvSpPr>
            <a:spLocks noGrp="1"/>
          </p:cNvSpPr>
          <p:nvPr>
            <p:ph sz="half" idx="1"/>
          </p:nvPr>
        </p:nvSpPr>
        <p:spPr>
          <a:xfrm>
            <a:off x="633186" y="1825625"/>
            <a:ext cx="5386614" cy="435133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3">
            <a:extLst>
              <a:ext uri="{FF2B5EF4-FFF2-40B4-BE49-F238E27FC236}">
                <a16:creationId xmlns:a16="http://schemas.microsoft.com/office/drawing/2014/main" id="{A2548E2E-973A-4D52-ACB9-BF564F407308}"/>
              </a:ext>
            </a:extLst>
          </p:cNvPr>
          <p:cNvSpPr>
            <a:spLocks noGrp="1"/>
          </p:cNvSpPr>
          <p:nvPr>
            <p:ph sz="half" idx="2"/>
          </p:nvPr>
        </p:nvSpPr>
        <p:spPr>
          <a:xfrm>
            <a:off x="6172200" y="1825625"/>
            <a:ext cx="5276850" cy="435133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510698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Text Placeholder 2">
            <a:extLst>
              <a:ext uri="{FF2B5EF4-FFF2-40B4-BE49-F238E27FC236}">
                <a16:creationId xmlns:a16="http://schemas.microsoft.com/office/drawing/2014/main" id="{10CD1AD0-C8B7-4785-A47D-D822CF4F248F}"/>
              </a:ext>
            </a:extLst>
          </p:cNvPr>
          <p:cNvSpPr>
            <a:spLocks noGrp="1"/>
          </p:cNvSpPr>
          <p:nvPr>
            <p:ph type="body" idx="1"/>
          </p:nvPr>
        </p:nvSpPr>
        <p:spPr>
          <a:xfrm>
            <a:off x="633186" y="1681163"/>
            <a:ext cx="533214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0" name="Text Placeholder 4">
            <a:extLst>
              <a:ext uri="{FF2B5EF4-FFF2-40B4-BE49-F238E27FC236}">
                <a16:creationId xmlns:a16="http://schemas.microsoft.com/office/drawing/2014/main" id="{90A1BBCF-EEF1-4C9A-BA10-9657A79560D3}"/>
              </a:ext>
            </a:extLst>
          </p:cNvPr>
          <p:cNvSpPr>
            <a:spLocks noGrp="1"/>
          </p:cNvSpPr>
          <p:nvPr>
            <p:ph type="body" sz="quarter" idx="3"/>
          </p:nvPr>
        </p:nvSpPr>
        <p:spPr>
          <a:xfrm>
            <a:off x="6172200" y="1681163"/>
            <a:ext cx="5276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1" name="Content Placeholder 3">
            <a:extLst>
              <a:ext uri="{FF2B5EF4-FFF2-40B4-BE49-F238E27FC236}">
                <a16:creationId xmlns:a16="http://schemas.microsoft.com/office/drawing/2014/main" id="{79F8415A-57A2-4D5C-97B0-E78499CC7C6F}"/>
              </a:ext>
            </a:extLst>
          </p:cNvPr>
          <p:cNvSpPr>
            <a:spLocks noGrp="1"/>
          </p:cNvSpPr>
          <p:nvPr>
            <p:ph sz="half" idx="2"/>
          </p:nvPr>
        </p:nvSpPr>
        <p:spPr>
          <a:xfrm>
            <a:off x="633186" y="2505075"/>
            <a:ext cx="5332147" cy="368458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5">
            <a:extLst>
              <a:ext uri="{FF2B5EF4-FFF2-40B4-BE49-F238E27FC236}">
                <a16:creationId xmlns:a16="http://schemas.microsoft.com/office/drawing/2014/main" id="{37A31490-A10D-455A-B515-E26064D0E10A}"/>
              </a:ext>
            </a:extLst>
          </p:cNvPr>
          <p:cNvSpPr>
            <a:spLocks noGrp="1"/>
          </p:cNvSpPr>
          <p:nvPr>
            <p:ph sz="quarter" idx="4"/>
          </p:nvPr>
        </p:nvSpPr>
        <p:spPr>
          <a:xfrm>
            <a:off x="6172200" y="2505075"/>
            <a:ext cx="5276850" cy="368458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49070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Text Placeholder 3">
            <a:extLst>
              <a:ext uri="{FF2B5EF4-FFF2-40B4-BE49-F238E27FC236}">
                <a16:creationId xmlns:a16="http://schemas.microsoft.com/office/drawing/2014/main" id="{9F5DF135-B773-4FF0-A198-687768159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Content Placeholder 2">
            <a:extLst>
              <a:ext uri="{FF2B5EF4-FFF2-40B4-BE49-F238E27FC236}">
                <a16:creationId xmlns:a16="http://schemas.microsoft.com/office/drawing/2014/main" id="{4D4BA48E-457A-42FA-BC00-3AE386B38A0C}"/>
              </a:ext>
            </a:extLst>
          </p:cNvPr>
          <p:cNvSpPr>
            <a:spLocks noGrp="1"/>
          </p:cNvSpPr>
          <p:nvPr>
            <p:ph idx="1"/>
          </p:nvPr>
        </p:nvSpPr>
        <p:spPr>
          <a:xfrm>
            <a:off x="5183188" y="987425"/>
            <a:ext cx="626586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itle 1">
            <a:extLst>
              <a:ext uri="{FF2B5EF4-FFF2-40B4-BE49-F238E27FC236}">
                <a16:creationId xmlns:a16="http://schemas.microsoft.com/office/drawing/2014/main" id="{43DF8AE6-3466-400C-B6F1-335DF4DED075}"/>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Tree>
    <p:extLst>
      <p:ext uri="{BB962C8B-B14F-4D97-AF65-F5344CB8AC3E}">
        <p14:creationId xmlns:p14="http://schemas.microsoft.com/office/powerpoint/2010/main" val="39769864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Title 1">
            <a:extLst>
              <a:ext uri="{FF2B5EF4-FFF2-40B4-BE49-F238E27FC236}">
                <a16:creationId xmlns:a16="http://schemas.microsoft.com/office/drawing/2014/main" id="{A3EA16B2-FFAE-4A6E-977D-191BC1DB5B28}"/>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10" name="Text Placeholder 3">
            <a:extLst>
              <a:ext uri="{FF2B5EF4-FFF2-40B4-BE49-F238E27FC236}">
                <a16:creationId xmlns:a16="http://schemas.microsoft.com/office/drawing/2014/main" id="{436B2E80-B2B9-4309-8C9B-11D0B83C4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1" name="Picture Placeholder 2">
            <a:extLst>
              <a:ext uri="{FF2B5EF4-FFF2-40B4-BE49-F238E27FC236}">
                <a16:creationId xmlns:a16="http://schemas.microsoft.com/office/drawing/2014/main" id="{03DB89DF-F372-4E54-9DFD-D53E42A2B8E8}"/>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4294346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0F2147C-DDBF-4431-95AC-650CCE32FC7A}"/>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tx1"/>
                </a:solidFill>
              </a:defRPr>
            </a:lvl1pPr>
          </a:lstStyle>
          <a:p>
            <a:pPr algn="ctr"/>
            <a:fld id="{817179DE-9BF3-494C-804F-0C7C90AC8700}" type="slidenum">
              <a:rPr lang="en-US" noProof="0" smtClean="0"/>
              <a:pPr algn="ctr"/>
              <a:t>‹#›</a:t>
            </a:fld>
            <a:endParaRPr lang="en-US" noProof="0" dirty="0"/>
          </a:p>
        </p:txBody>
      </p:sp>
      <p:sp>
        <p:nvSpPr>
          <p:cNvPr id="2" name="Title Placeholder 1">
            <a:extLst>
              <a:ext uri="{FF2B5EF4-FFF2-40B4-BE49-F238E27FC236}">
                <a16:creationId xmlns:a16="http://schemas.microsoft.com/office/drawing/2014/main" id="{224C3681-351A-40D9-8C08-632E98237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607CEF16-92A3-4A77-B95D-A9DB52319F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9677071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70" r:id="rId10"/>
    <p:sldLayoutId id="2147483669" r:id="rId11"/>
    <p:sldLayoutId id="2147483655"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group of students at a table studying in the library">
            <a:extLst>
              <a:ext uri="{FF2B5EF4-FFF2-40B4-BE49-F238E27FC236}">
                <a16:creationId xmlns:a16="http://schemas.microsoft.com/office/drawing/2014/main" id="{1A5F02FB-FDF1-427A-AB2F-50F09EBEE54E}"/>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p:pic>
      <p:grpSp>
        <p:nvGrpSpPr>
          <p:cNvPr id="3" name="Group 2">
            <a:extLst>
              <a:ext uri="{FF2B5EF4-FFF2-40B4-BE49-F238E27FC236}">
                <a16:creationId xmlns:a16="http://schemas.microsoft.com/office/drawing/2014/main" id="{B96D2D9B-E0B9-499F-9404-108DB59E4502}"/>
              </a:ext>
              <a:ext uri="{C183D7F6-B498-43B3-948B-1728B52AA6E4}">
                <adec:decorative xmlns:adec="http://schemas.microsoft.com/office/drawing/2017/decorative" val="1"/>
              </a:ext>
            </a:extLst>
          </p:cNvPr>
          <p:cNvGrpSpPr/>
          <p:nvPr/>
        </p:nvGrpSpPr>
        <p:grpSpPr>
          <a:xfrm>
            <a:off x="0" y="0"/>
            <a:ext cx="6957056" cy="6858000"/>
            <a:chOff x="0" y="0"/>
            <a:chExt cx="6957056" cy="6858000"/>
          </a:xfrm>
        </p:grpSpPr>
        <p:sp>
          <p:nvSpPr>
            <p:cNvPr id="33" name="Parallelogram 32">
              <a:extLst>
                <a:ext uri="{FF2B5EF4-FFF2-40B4-BE49-F238E27FC236}">
                  <a16:creationId xmlns:a16="http://schemas.microsoft.com/office/drawing/2014/main" id="{7E2E6584-76E9-4C56-A349-C9CDC96DC5F0}"/>
                </a:ext>
              </a:extLst>
            </p:cNvPr>
            <p:cNvSpPr/>
            <p:nvPr/>
          </p:nvSpPr>
          <p:spPr>
            <a:xfrm>
              <a:off x="1150750" y="0"/>
              <a:ext cx="5491804" cy="6858000"/>
            </a:xfrm>
            <a:prstGeom prst="parallelogram">
              <a:avLst>
                <a:gd name="adj" fmla="val 32713"/>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B73F00D5-E18D-4210-AD3E-3ED73CEE4865}"/>
                </a:ext>
              </a:extLst>
            </p:cNvPr>
            <p:cNvSpPr/>
            <p:nvPr/>
          </p:nvSpPr>
          <p:spPr>
            <a:xfrm flipH="1" flipV="1">
              <a:off x="0" y="482600"/>
              <a:ext cx="6957056" cy="5892799"/>
            </a:xfrm>
            <a:custGeom>
              <a:avLst/>
              <a:gdLst>
                <a:gd name="connsiteX0" fmla="*/ 6957056 w 6957056"/>
                <a:gd name="connsiteY0" fmla="*/ 5892799 h 5892799"/>
                <a:gd name="connsiteX1" fmla="*/ 0 w 6957056"/>
                <a:gd name="connsiteY1" fmla="*/ 5892799 h 5892799"/>
                <a:gd name="connsiteX2" fmla="*/ 1473200 w 6957056"/>
                <a:gd name="connsiteY2" fmla="*/ 0 h 5892799"/>
                <a:gd name="connsiteX3" fmla="*/ 6957056 w 6957056"/>
                <a:gd name="connsiteY3" fmla="*/ 0 h 5892799"/>
              </a:gdLst>
              <a:ahLst/>
              <a:cxnLst>
                <a:cxn ang="0">
                  <a:pos x="connsiteX0" y="connsiteY0"/>
                </a:cxn>
                <a:cxn ang="0">
                  <a:pos x="connsiteX1" y="connsiteY1"/>
                </a:cxn>
                <a:cxn ang="0">
                  <a:pos x="connsiteX2" y="connsiteY2"/>
                </a:cxn>
                <a:cxn ang="0">
                  <a:pos x="connsiteX3" y="connsiteY3"/>
                </a:cxn>
              </a:cxnLst>
              <a:rect l="l" t="t" r="r" b="b"/>
              <a:pathLst>
                <a:path w="6957056" h="5892799">
                  <a:moveTo>
                    <a:pt x="6957056" y="5892799"/>
                  </a:moveTo>
                  <a:lnTo>
                    <a:pt x="0" y="5892799"/>
                  </a:lnTo>
                  <a:lnTo>
                    <a:pt x="1473200" y="0"/>
                  </a:lnTo>
                  <a:lnTo>
                    <a:pt x="6957056" y="0"/>
                  </a:lnTo>
                  <a:close/>
                </a:path>
              </a:pathLst>
            </a:custGeom>
            <a:solidFill>
              <a:schemeClr val="accent2">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C6577883-A694-450C-A2C7-C9C8A85D9915}"/>
                </a:ext>
              </a:extLst>
            </p:cNvPr>
            <p:cNvSpPr/>
            <p:nvPr/>
          </p:nvSpPr>
          <p:spPr>
            <a:xfrm flipH="1" flipV="1">
              <a:off x="0" y="4457696"/>
              <a:ext cx="6267450" cy="883839"/>
            </a:xfrm>
            <a:custGeom>
              <a:avLst/>
              <a:gdLst>
                <a:gd name="connsiteX0" fmla="*/ 6267450 w 6267450"/>
                <a:gd name="connsiteY0" fmla="*/ 883839 h 883839"/>
                <a:gd name="connsiteX1" fmla="*/ 0 w 6267450"/>
                <a:gd name="connsiteY1" fmla="*/ 883839 h 883839"/>
                <a:gd name="connsiteX2" fmla="*/ 220960 w 6267450"/>
                <a:gd name="connsiteY2" fmla="*/ 0 h 883839"/>
                <a:gd name="connsiteX3" fmla="*/ 6267450 w 6267450"/>
                <a:gd name="connsiteY3" fmla="*/ 0 h 883839"/>
              </a:gdLst>
              <a:ahLst/>
              <a:cxnLst>
                <a:cxn ang="0">
                  <a:pos x="connsiteX0" y="connsiteY0"/>
                </a:cxn>
                <a:cxn ang="0">
                  <a:pos x="connsiteX1" y="connsiteY1"/>
                </a:cxn>
                <a:cxn ang="0">
                  <a:pos x="connsiteX2" y="connsiteY2"/>
                </a:cxn>
                <a:cxn ang="0">
                  <a:pos x="connsiteX3" y="connsiteY3"/>
                </a:cxn>
              </a:cxnLst>
              <a:rect l="l" t="t" r="r" b="b"/>
              <a:pathLst>
                <a:path w="6267450" h="883839">
                  <a:moveTo>
                    <a:pt x="6267450" y="883839"/>
                  </a:moveTo>
                  <a:lnTo>
                    <a:pt x="0" y="883839"/>
                  </a:lnTo>
                  <a:lnTo>
                    <a:pt x="220960" y="0"/>
                  </a:lnTo>
                  <a:lnTo>
                    <a:pt x="6267450" y="0"/>
                  </a:ln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1" name="Title 30" descr="title">
            <a:extLst>
              <a:ext uri="{FF2B5EF4-FFF2-40B4-BE49-F238E27FC236}">
                <a16:creationId xmlns:a16="http://schemas.microsoft.com/office/drawing/2014/main" id="{9284195F-D106-45D8-ABAA-959FA68948B0}"/>
              </a:ext>
            </a:extLst>
          </p:cNvPr>
          <p:cNvSpPr>
            <a:spLocks noGrp="1"/>
          </p:cNvSpPr>
          <p:nvPr>
            <p:ph type="ctrTitle"/>
          </p:nvPr>
        </p:nvSpPr>
        <p:spPr/>
        <p:txBody>
          <a:bodyPr/>
          <a:lstStyle/>
          <a:p>
            <a:r>
              <a:rPr lang="en-US" dirty="0"/>
              <a:t>Windows Forms- DB Processing </a:t>
            </a:r>
          </a:p>
        </p:txBody>
      </p:sp>
      <p:sp>
        <p:nvSpPr>
          <p:cNvPr id="12" name="Subtitle 11" descr="subtitle">
            <a:extLst>
              <a:ext uri="{FF2B5EF4-FFF2-40B4-BE49-F238E27FC236}">
                <a16:creationId xmlns:a16="http://schemas.microsoft.com/office/drawing/2014/main" id="{A6AB5563-AD44-4883-8D3E-93E27EEDAA40}"/>
              </a:ext>
            </a:extLst>
          </p:cNvPr>
          <p:cNvSpPr>
            <a:spLocks noGrp="1"/>
          </p:cNvSpPr>
          <p:nvPr>
            <p:ph type="subTitle" idx="1"/>
          </p:nvPr>
        </p:nvSpPr>
        <p:spPr/>
        <p:txBody>
          <a:bodyPr/>
          <a:lstStyle/>
          <a:p>
            <a:r>
              <a:rPr lang="en-US" dirty="0"/>
              <a:t>Many of the Point of Sale type of processing requirements are generic to most applications</a:t>
            </a:r>
          </a:p>
        </p:txBody>
      </p:sp>
    </p:spTree>
    <p:extLst>
      <p:ext uri="{BB962C8B-B14F-4D97-AF65-F5344CB8AC3E}">
        <p14:creationId xmlns:p14="http://schemas.microsoft.com/office/powerpoint/2010/main" val="2366578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7978588" cy="4948516"/>
          </a:xfrm>
        </p:spPr>
        <p:txBody>
          <a:bodyPr/>
          <a:lstStyle/>
          <a:p>
            <a:r>
              <a:rPr lang="en-ZA" dirty="0"/>
              <a:t>The quickest way to explore a </a:t>
            </a:r>
            <a:r>
              <a:rPr lang="en-ZA" dirty="0" err="1"/>
              <a:t>Girdview</a:t>
            </a:r>
            <a:r>
              <a:rPr lang="en-ZA" dirty="0"/>
              <a:t>: Get data, get the </a:t>
            </a:r>
            <a:r>
              <a:rPr lang="en-ZA" dirty="0" err="1"/>
              <a:t>gridview</a:t>
            </a:r>
            <a:r>
              <a:rPr lang="en-ZA" dirty="0"/>
              <a:t> and hook them up</a:t>
            </a:r>
          </a:p>
          <a:p>
            <a:r>
              <a:rPr lang="en-ZA" dirty="0"/>
              <a:t>Many ways to get data – as simple input, via a data structure such as an array – easiest however is via a List</a:t>
            </a:r>
          </a:p>
          <a:p>
            <a:r>
              <a:rPr lang="en-ZA" dirty="0"/>
              <a:t>Declaration for a List: </a:t>
            </a:r>
            <a:r>
              <a:rPr lang="en-US" dirty="0"/>
              <a:t>List&lt;T&gt; </a:t>
            </a:r>
            <a:r>
              <a:rPr lang="en-US" dirty="0" err="1"/>
              <a:t>nameList</a:t>
            </a:r>
            <a:r>
              <a:rPr lang="en-US" dirty="0"/>
              <a:t> = new List&lt;T&gt;();</a:t>
            </a:r>
          </a:p>
          <a:p>
            <a:r>
              <a:rPr lang="en-US" dirty="0"/>
              <a:t>So for example, let us create a class named Book; let’s create a few books and add some book data</a:t>
            </a:r>
          </a:p>
          <a:p>
            <a:r>
              <a:rPr lang="en-US" b="1" dirty="0">
                <a:solidFill>
                  <a:srgbClr val="C00000"/>
                </a:solidFill>
              </a:rPr>
              <a:t>Book b1 = new Book() { BkName = "Book1", BkCost = 120, QOH = 12 };</a:t>
            </a:r>
          </a:p>
          <a:p>
            <a:r>
              <a:rPr lang="en-US" b="1" dirty="0">
                <a:solidFill>
                  <a:srgbClr val="C00000"/>
                </a:solidFill>
              </a:rPr>
              <a:t>Book b2 = new Book() { BkName = "Book2", BkCost = 200, QOH = 5 };</a:t>
            </a:r>
          </a:p>
          <a:p>
            <a:r>
              <a:rPr lang="en-ZA" dirty="0"/>
              <a:t>Now let’s create a List data structure to hold these books…</a:t>
            </a:r>
          </a:p>
          <a:p>
            <a:r>
              <a:rPr lang="en-US" b="1" dirty="0">
                <a:solidFill>
                  <a:srgbClr val="C00000"/>
                </a:solidFill>
              </a:rPr>
              <a:t>List&lt;Book&gt; books = new List&lt;Book&gt;();</a:t>
            </a:r>
          </a:p>
          <a:p>
            <a:r>
              <a:rPr lang="en-US" dirty="0"/>
              <a:t>And let us add some books into the List data structure</a:t>
            </a:r>
          </a:p>
          <a:p>
            <a:r>
              <a:rPr lang="en-ZA" dirty="0" err="1"/>
              <a:t>books.Add</a:t>
            </a:r>
            <a:r>
              <a:rPr lang="en-ZA" dirty="0"/>
              <a:t>(b1); </a:t>
            </a:r>
            <a:r>
              <a:rPr lang="en-ZA" dirty="0" err="1"/>
              <a:t>books.Add</a:t>
            </a:r>
            <a:r>
              <a:rPr lang="en-ZA" dirty="0"/>
              <a:t>(b2);</a:t>
            </a:r>
          </a:p>
          <a:p>
            <a:r>
              <a:rPr lang="en-ZA" dirty="0"/>
              <a:t>Drag and drop a </a:t>
            </a:r>
            <a:r>
              <a:rPr lang="en-ZA" dirty="0" err="1"/>
              <a:t>Gridview</a:t>
            </a:r>
            <a:r>
              <a:rPr lang="en-ZA" dirty="0"/>
              <a:t> onto the form; create an event to display the books onto the </a:t>
            </a:r>
            <a:r>
              <a:rPr lang="en-ZA" dirty="0" err="1"/>
              <a:t>Gridview</a:t>
            </a:r>
            <a:r>
              <a:rPr lang="en-ZA" dirty="0"/>
              <a:t> – this could be a </a:t>
            </a:r>
            <a:r>
              <a:rPr lang="en-ZA" dirty="0" err="1"/>
              <a:t>button_click</a:t>
            </a:r>
            <a:r>
              <a:rPr lang="en-ZA" dirty="0"/>
              <a:t> or a </a:t>
            </a:r>
            <a:r>
              <a:rPr lang="en-ZA" dirty="0" err="1"/>
              <a:t>Form_Load</a:t>
            </a:r>
            <a:r>
              <a:rPr lang="en-ZA" dirty="0"/>
              <a:t>….and hook up the List of Books to the </a:t>
            </a:r>
            <a:r>
              <a:rPr lang="en-ZA" dirty="0" err="1"/>
              <a:t>GridView</a:t>
            </a:r>
            <a:r>
              <a:rPr lang="en-ZA" dirty="0"/>
              <a:t> and you are done</a:t>
            </a:r>
          </a:p>
          <a:p>
            <a:r>
              <a:rPr lang="en-ZA" b="1" dirty="0">
                <a:solidFill>
                  <a:srgbClr val="C00000"/>
                </a:solidFill>
              </a:rPr>
              <a:t>dGV1.DataSource = books;</a:t>
            </a:r>
          </a:p>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p:txBody>
          <a:bodyPr/>
          <a:lstStyle/>
          <a:p>
            <a:pPr algn="ctr"/>
            <a:r>
              <a:rPr lang="en-ZA" b="1" u="sng" dirty="0"/>
              <a:t>The Interface – Windows Forms &amp; the </a:t>
            </a:r>
            <a:r>
              <a:rPr lang="en-ZA" b="1" u="sng" dirty="0" err="1"/>
              <a:t>GridView</a:t>
            </a:r>
            <a:endParaRPr lang="en-ZA" b="1" u="sng" dirty="0"/>
          </a:p>
        </p:txBody>
      </p:sp>
      <p:sp>
        <p:nvSpPr>
          <p:cNvPr id="5" name="TextBox 4">
            <a:extLst>
              <a:ext uri="{FF2B5EF4-FFF2-40B4-BE49-F238E27FC236}">
                <a16:creationId xmlns:a16="http://schemas.microsoft.com/office/drawing/2014/main" id="{A0FCC49E-563B-4876-A8B9-232E47F8788B}"/>
              </a:ext>
            </a:extLst>
          </p:cNvPr>
          <p:cNvSpPr txBox="1"/>
          <p:nvPr/>
        </p:nvSpPr>
        <p:spPr>
          <a:xfrm>
            <a:off x="8758518" y="1388436"/>
            <a:ext cx="3092823" cy="1384995"/>
          </a:xfrm>
          <a:prstGeom prst="rect">
            <a:avLst/>
          </a:prstGeom>
          <a:solidFill>
            <a:schemeClr val="tx2">
              <a:lumMod val="20000"/>
              <a:lumOff val="80000"/>
            </a:schemeClr>
          </a:solidFill>
        </p:spPr>
        <p:txBody>
          <a:bodyPr wrap="square" rtlCol="0">
            <a:spAutoFit/>
          </a:bodyPr>
          <a:lstStyle/>
          <a:p>
            <a:r>
              <a:rPr lang="en-ZA" sz="1400" dirty="0"/>
              <a:t>class Book</a:t>
            </a:r>
          </a:p>
          <a:p>
            <a:r>
              <a:rPr lang="en-ZA" sz="1400" dirty="0"/>
              <a:t>    {</a:t>
            </a:r>
          </a:p>
          <a:p>
            <a:r>
              <a:rPr lang="en-US" sz="1400" dirty="0"/>
              <a:t>        public string </a:t>
            </a:r>
            <a:r>
              <a:rPr lang="en-US" sz="1400" dirty="0" err="1"/>
              <a:t>BkName</a:t>
            </a:r>
            <a:r>
              <a:rPr lang="en-US" sz="1400" dirty="0"/>
              <a:t> { get; set; }</a:t>
            </a:r>
          </a:p>
          <a:p>
            <a:r>
              <a:rPr lang="en-US" sz="1400" dirty="0"/>
              <a:t>        public decimal </a:t>
            </a:r>
            <a:r>
              <a:rPr lang="en-US" sz="1400" dirty="0" err="1"/>
              <a:t>BkCost</a:t>
            </a:r>
            <a:r>
              <a:rPr lang="en-US" sz="1400" dirty="0"/>
              <a:t> { get; set; }</a:t>
            </a:r>
          </a:p>
          <a:p>
            <a:r>
              <a:rPr lang="en-US" sz="1400" dirty="0"/>
              <a:t>        public int QOH { get; set; }</a:t>
            </a:r>
          </a:p>
          <a:p>
            <a:r>
              <a:rPr lang="en-ZA" sz="1400" dirty="0"/>
              <a:t>    }</a:t>
            </a:r>
          </a:p>
        </p:txBody>
      </p:sp>
      <p:pic>
        <p:nvPicPr>
          <p:cNvPr id="6" name="Picture 5">
            <a:extLst>
              <a:ext uri="{FF2B5EF4-FFF2-40B4-BE49-F238E27FC236}">
                <a16:creationId xmlns:a16="http://schemas.microsoft.com/office/drawing/2014/main" id="{FA565C62-439A-4ADF-8582-03C34C8A3E29}"/>
              </a:ext>
            </a:extLst>
          </p:cNvPr>
          <p:cNvPicPr>
            <a:picLocks noChangeAspect="1"/>
          </p:cNvPicPr>
          <p:nvPr/>
        </p:nvPicPr>
        <p:blipFill rotWithShape="1">
          <a:blip r:embed="rId2"/>
          <a:srcRect b="17700"/>
          <a:stretch/>
        </p:blipFill>
        <p:spPr>
          <a:xfrm>
            <a:off x="8513059" y="3827929"/>
            <a:ext cx="3678941" cy="2034989"/>
          </a:xfrm>
          <a:prstGeom prst="rect">
            <a:avLst/>
          </a:prstGeom>
        </p:spPr>
      </p:pic>
    </p:spTree>
    <p:extLst>
      <p:ext uri="{BB962C8B-B14F-4D97-AF65-F5344CB8AC3E}">
        <p14:creationId xmlns:p14="http://schemas.microsoft.com/office/powerpoint/2010/main" val="1945837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10FBA7-85C5-42A3-90E6-64E96ACDDDCB}"/>
              </a:ext>
            </a:extLst>
          </p:cNvPr>
          <p:cNvSpPr>
            <a:spLocks noGrp="1"/>
          </p:cNvSpPr>
          <p:nvPr>
            <p:ph type="body" sz="quarter" idx="11"/>
          </p:nvPr>
        </p:nvSpPr>
        <p:spPr>
          <a:xfrm>
            <a:off x="1597959" y="892255"/>
            <a:ext cx="8534400" cy="686844"/>
          </a:xfrm>
        </p:spPr>
        <p:txBody>
          <a:bodyPr/>
          <a:lstStyle/>
          <a:p>
            <a:pPr marL="342900" indent="-342900">
              <a:buFont typeface="+mj-lt"/>
              <a:buAutoNum type="arabicPeriod"/>
            </a:pPr>
            <a:r>
              <a:rPr lang="en-ZA" b="1" dirty="0"/>
              <a:t>Place Data into the database inside a Table named Book and add some data</a:t>
            </a:r>
          </a:p>
          <a:p>
            <a:pPr marL="342900" indent="-342900">
              <a:buFont typeface="+mj-lt"/>
              <a:buAutoNum type="arabicPeriod"/>
            </a:pPr>
            <a:r>
              <a:rPr lang="en-ZA" b="1" dirty="0"/>
              <a:t>Open Windows forms app</a:t>
            </a:r>
          </a:p>
          <a:p>
            <a:pPr marL="342900" indent="-342900">
              <a:buFont typeface="+mj-lt"/>
              <a:buAutoNum type="arabicPeriod"/>
            </a:pPr>
            <a:r>
              <a:rPr lang="en-ZA" b="1" dirty="0"/>
              <a:t>Once the form loads, make use of the following objects:</a:t>
            </a:r>
          </a:p>
          <a:p>
            <a:pPr lvl="1"/>
            <a:r>
              <a:rPr lang="en-ZA" dirty="0">
                <a:solidFill>
                  <a:srgbClr val="C00000"/>
                </a:solidFill>
              </a:rPr>
              <a:t>Connection String </a:t>
            </a:r>
            <a:r>
              <a:rPr lang="en-ZA" dirty="0">
                <a:solidFill>
                  <a:srgbClr val="002060"/>
                </a:solidFill>
              </a:rPr>
              <a:t>+ </a:t>
            </a:r>
            <a:r>
              <a:rPr lang="en-ZA" dirty="0">
                <a:solidFill>
                  <a:srgbClr val="C00000"/>
                </a:solidFill>
              </a:rPr>
              <a:t>Query String</a:t>
            </a:r>
          </a:p>
          <a:p>
            <a:pPr lvl="1"/>
            <a:r>
              <a:rPr lang="en-ZA" dirty="0" err="1">
                <a:solidFill>
                  <a:srgbClr val="C00000"/>
                </a:solidFill>
              </a:rPr>
              <a:t>SqlDataAdapter</a:t>
            </a:r>
            <a:r>
              <a:rPr lang="en-ZA" dirty="0">
                <a:solidFill>
                  <a:srgbClr val="C00000"/>
                </a:solidFill>
              </a:rPr>
              <a:t> </a:t>
            </a:r>
            <a:r>
              <a:rPr lang="en-ZA" dirty="0">
                <a:solidFill>
                  <a:srgbClr val="002060"/>
                </a:solidFill>
              </a:rPr>
              <a:t>– uses the Connection String and Query String to get the Data from the DB</a:t>
            </a:r>
          </a:p>
          <a:p>
            <a:pPr lvl="1"/>
            <a:r>
              <a:rPr lang="en-ZA" dirty="0" err="1">
                <a:solidFill>
                  <a:srgbClr val="C00000"/>
                </a:solidFill>
              </a:rPr>
              <a:t>DataTable</a:t>
            </a:r>
            <a:r>
              <a:rPr lang="en-ZA" dirty="0">
                <a:solidFill>
                  <a:srgbClr val="C00000"/>
                </a:solidFill>
              </a:rPr>
              <a:t> </a:t>
            </a:r>
            <a:r>
              <a:rPr lang="en-ZA" dirty="0">
                <a:solidFill>
                  <a:srgbClr val="002060"/>
                </a:solidFill>
              </a:rPr>
              <a:t>object – an “in-house” data structure to represent the DB inside your Windows forms application</a:t>
            </a:r>
          </a:p>
          <a:p>
            <a:pPr lvl="1"/>
            <a:r>
              <a:rPr lang="en-ZA" dirty="0">
                <a:solidFill>
                  <a:srgbClr val="C00000"/>
                </a:solidFill>
              </a:rPr>
              <a:t>Fill </a:t>
            </a:r>
            <a:r>
              <a:rPr lang="en-ZA" dirty="0">
                <a:solidFill>
                  <a:srgbClr val="002060"/>
                </a:solidFill>
              </a:rPr>
              <a:t>method of the </a:t>
            </a:r>
            <a:r>
              <a:rPr lang="en-ZA" dirty="0" err="1">
                <a:solidFill>
                  <a:srgbClr val="C00000"/>
                </a:solidFill>
              </a:rPr>
              <a:t>TableAdapter</a:t>
            </a:r>
            <a:r>
              <a:rPr lang="en-ZA" dirty="0">
                <a:solidFill>
                  <a:srgbClr val="002060"/>
                </a:solidFill>
              </a:rPr>
              <a:t> to fill data into the </a:t>
            </a:r>
            <a:r>
              <a:rPr lang="en-ZA" dirty="0" err="1">
                <a:solidFill>
                  <a:srgbClr val="002060"/>
                </a:solidFill>
              </a:rPr>
              <a:t>DataSet</a:t>
            </a:r>
            <a:endParaRPr lang="en-ZA" dirty="0">
              <a:solidFill>
                <a:srgbClr val="002060"/>
              </a:solidFill>
            </a:endParaRPr>
          </a:p>
          <a:p>
            <a:pPr lvl="1"/>
            <a:endParaRPr lang="en-ZA" dirty="0"/>
          </a:p>
          <a:p>
            <a:pPr marL="342900" indent="-342900">
              <a:buFont typeface="+mj-lt"/>
              <a:buAutoNum type="arabicPeriod"/>
            </a:pPr>
            <a:endParaRPr lang="en-ZA" dirty="0"/>
          </a:p>
        </p:txBody>
      </p:sp>
      <p:sp>
        <p:nvSpPr>
          <p:cNvPr id="3" name="Title 2">
            <a:extLst>
              <a:ext uri="{FF2B5EF4-FFF2-40B4-BE49-F238E27FC236}">
                <a16:creationId xmlns:a16="http://schemas.microsoft.com/office/drawing/2014/main" id="{DC5C1FFD-B53C-4F8F-9FF8-BA424C2F7050}"/>
              </a:ext>
            </a:extLst>
          </p:cNvPr>
          <p:cNvSpPr>
            <a:spLocks noGrp="1"/>
          </p:cNvSpPr>
          <p:nvPr>
            <p:ph type="title"/>
          </p:nvPr>
        </p:nvSpPr>
        <p:spPr>
          <a:xfrm>
            <a:off x="688067" y="136098"/>
            <a:ext cx="10815864" cy="830997"/>
          </a:xfrm>
        </p:spPr>
        <p:txBody>
          <a:bodyPr/>
          <a:lstStyle/>
          <a:p>
            <a:pPr algn="ctr"/>
            <a:r>
              <a:rPr lang="en-ZA" b="1" u="sng" dirty="0"/>
              <a:t>How to Get Data from a Database</a:t>
            </a:r>
          </a:p>
        </p:txBody>
      </p:sp>
      <p:sp>
        <p:nvSpPr>
          <p:cNvPr id="5" name="Rectangle 4">
            <a:extLst>
              <a:ext uri="{FF2B5EF4-FFF2-40B4-BE49-F238E27FC236}">
                <a16:creationId xmlns:a16="http://schemas.microsoft.com/office/drawing/2014/main" id="{BAA77AB7-888B-4421-8FE7-DD3F2C52CD54}"/>
              </a:ext>
            </a:extLst>
          </p:cNvPr>
          <p:cNvSpPr/>
          <p:nvPr/>
        </p:nvSpPr>
        <p:spPr>
          <a:xfrm>
            <a:off x="412375" y="4307577"/>
            <a:ext cx="11205883" cy="2031325"/>
          </a:xfrm>
          <a:prstGeom prst="rect">
            <a:avLst/>
          </a:prstGeom>
          <a:solidFill>
            <a:schemeClr val="tx2">
              <a:lumMod val="20000"/>
              <a:lumOff val="80000"/>
            </a:schemeClr>
          </a:solidFill>
        </p:spPr>
        <p:txBody>
          <a:bodyPr wrap="square">
            <a:spAutoFit/>
          </a:bodyPr>
          <a:lstStyle/>
          <a:p>
            <a:r>
              <a:rPr lang="en-ZA" dirty="0">
                <a:solidFill>
                  <a:srgbClr val="0000FF"/>
                </a:solidFill>
                <a:latin typeface="Consolas" panose="020B0609020204030204" pitchFamily="49" charset="0"/>
              </a:rPr>
              <a:t>string</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connString</a:t>
            </a:r>
            <a:r>
              <a:rPr lang="en-ZA" dirty="0">
                <a:solidFill>
                  <a:srgbClr val="000000"/>
                </a:solidFill>
                <a:latin typeface="Consolas" panose="020B0609020204030204" pitchFamily="49" charset="0"/>
              </a:rPr>
              <a:t> = </a:t>
            </a:r>
            <a:r>
              <a:rPr lang="en-ZA" dirty="0">
                <a:solidFill>
                  <a:srgbClr val="A31515"/>
                </a:solidFill>
                <a:latin typeface="Consolas" panose="020B0609020204030204" pitchFamily="49" charset="0"/>
              </a:rPr>
              <a:t>"Data Source=146.230.177.46\istn3;Initial </a:t>
            </a:r>
            <a:r>
              <a:rPr lang="en-ZA" dirty="0" err="1">
                <a:solidFill>
                  <a:srgbClr val="A31515"/>
                </a:solidFill>
                <a:latin typeface="Consolas" panose="020B0609020204030204" pitchFamily="49" charset="0"/>
              </a:rPr>
              <a:t>Catalog</a:t>
            </a:r>
            <a:r>
              <a:rPr lang="en-ZA" dirty="0">
                <a:solidFill>
                  <a:srgbClr val="A31515"/>
                </a:solidFill>
                <a:latin typeface="Consolas" panose="020B0609020204030204" pitchFamily="49" charset="0"/>
              </a:rPr>
              <a:t>=</a:t>
            </a:r>
            <a:r>
              <a:rPr lang="en-ZA" dirty="0" err="1">
                <a:solidFill>
                  <a:srgbClr val="A31515"/>
                </a:solidFill>
                <a:highlight>
                  <a:srgbClr val="FFFF00"/>
                </a:highlight>
                <a:latin typeface="Consolas" panose="020B0609020204030204" pitchFamily="49" charset="0"/>
              </a:rPr>
              <a:t>xxxxx</a:t>
            </a:r>
            <a:r>
              <a:rPr lang="en-ZA" dirty="0" err="1">
                <a:solidFill>
                  <a:srgbClr val="A31515"/>
                </a:solidFill>
                <a:latin typeface="Consolas" panose="020B0609020204030204" pitchFamily="49" charset="0"/>
              </a:rPr>
              <a:t>;User</a:t>
            </a:r>
            <a:r>
              <a:rPr lang="en-ZA" dirty="0">
                <a:solidFill>
                  <a:srgbClr val="A31515"/>
                </a:solidFill>
                <a:latin typeface="Consolas" panose="020B0609020204030204" pitchFamily="49" charset="0"/>
              </a:rPr>
              <a:t> ID=</a:t>
            </a:r>
            <a:r>
              <a:rPr lang="en-ZA" dirty="0" err="1">
                <a:solidFill>
                  <a:srgbClr val="A31515"/>
                </a:solidFill>
                <a:highlight>
                  <a:srgbClr val="FFFF00"/>
                </a:highlight>
                <a:latin typeface="Consolas" panose="020B0609020204030204" pitchFamily="49" charset="0"/>
              </a:rPr>
              <a:t>xxxxx</a:t>
            </a:r>
            <a:r>
              <a:rPr lang="en-ZA" dirty="0" err="1">
                <a:solidFill>
                  <a:srgbClr val="A31515"/>
                </a:solidFill>
                <a:latin typeface="Consolas" panose="020B0609020204030204" pitchFamily="49" charset="0"/>
              </a:rPr>
              <a:t>;Password</a:t>
            </a:r>
            <a:r>
              <a:rPr lang="en-ZA" dirty="0">
                <a:solidFill>
                  <a:srgbClr val="A31515"/>
                </a:solidFill>
                <a:latin typeface="Consolas" panose="020B0609020204030204" pitchFamily="49" charset="0"/>
              </a:rPr>
              <a:t>=</a:t>
            </a:r>
            <a:r>
              <a:rPr lang="en-ZA" dirty="0" err="1">
                <a:solidFill>
                  <a:srgbClr val="A31515"/>
                </a:solidFill>
                <a:highlight>
                  <a:srgbClr val="FFFF00"/>
                </a:highlight>
                <a:latin typeface="Consolas" panose="020B0609020204030204" pitchFamily="49" charset="0"/>
              </a:rPr>
              <a:t>yyyyy</a:t>
            </a:r>
            <a:r>
              <a:rPr lang="en-ZA" dirty="0">
                <a:solidFill>
                  <a:srgbClr val="A31515"/>
                </a:solidFill>
                <a:latin typeface="Consolas" panose="020B0609020204030204" pitchFamily="49" charset="0"/>
              </a:rPr>
              <a:t>"</a:t>
            </a:r>
            <a:r>
              <a:rPr lang="en-ZA"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queryString</a:t>
            </a:r>
            <a:r>
              <a:rPr lang="en-US" dirty="0">
                <a:solidFill>
                  <a:srgbClr val="000000"/>
                </a:solidFill>
                <a:latin typeface="Consolas" panose="020B0609020204030204" pitchFamily="49" charset="0"/>
              </a:rPr>
              <a:t> = </a:t>
            </a:r>
            <a:r>
              <a:rPr lang="en-US" dirty="0">
                <a:solidFill>
                  <a:srgbClr val="A31515"/>
                </a:solidFill>
                <a:latin typeface="Consolas" panose="020B0609020204030204" pitchFamily="49" charset="0"/>
              </a:rPr>
              <a:t>"SELECT * FROM Book"</a:t>
            </a:r>
            <a:r>
              <a:rPr lang="en-US" dirty="0">
                <a:solidFill>
                  <a:srgbClr val="000000"/>
                </a:solidFill>
                <a:latin typeface="Consolas" panose="020B0609020204030204" pitchFamily="49" charset="0"/>
              </a:rPr>
              <a:t>;</a:t>
            </a:r>
          </a:p>
          <a:p>
            <a:r>
              <a:rPr lang="en-ZA" dirty="0" err="1">
                <a:solidFill>
                  <a:srgbClr val="000000"/>
                </a:solidFill>
                <a:latin typeface="Consolas" panose="020B0609020204030204" pitchFamily="49" charset="0"/>
              </a:rPr>
              <a:t>SqlDataAdapter</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taUser</a:t>
            </a:r>
            <a:r>
              <a:rPr lang="en-ZA" dirty="0">
                <a:solidFill>
                  <a:srgbClr val="000000"/>
                </a:solidFill>
                <a:latin typeface="Consolas" panose="020B0609020204030204" pitchFamily="49" charset="0"/>
              </a:rPr>
              <a:t> = </a:t>
            </a:r>
            <a:r>
              <a:rPr lang="en-ZA" dirty="0">
                <a:solidFill>
                  <a:srgbClr val="0000FF"/>
                </a:solidFill>
                <a:latin typeface="Consolas" panose="020B0609020204030204" pitchFamily="49" charset="0"/>
              </a:rPr>
              <a:t>new</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SqlDataAdapter</a:t>
            </a:r>
            <a:r>
              <a:rPr lang="en-ZA" dirty="0">
                <a:solidFill>
                  <a:srgbClr val="000000"/>
                </a:solidFill>
                <a:latin typeface="Consolas" panose="020B0609020204030204" pitchFamily="49" charset="0"/>
              </a:rPr>
              <a:t>(</a:t>
            </a:r>
            <a:r>
              <a:rPr lang="en-ZA" dirty="0" err="1">
                <a:solidFill>
                  <a:srgbClr val="000000"/>
                </a:solidFill>
                <a:latin typeface="Consolas" panose="020B0609020204030204" pitchFamily="49" charset="0"/>
              </a:rPr>
              <a:t>queryString</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connString</a:t>
            </a:r>
            <a:r>
              <a:rPr lang="en-ZA" dirty="0">
                <a:solidFill>
                  <a:srgbClr val="000000"/>
                </a:solidFill>
                <a:latin typeface="Consolas" panose="020B0609020204030204" pitchFamily="49" charset="0"/>
              </a:rPr>
              <a:t>);</a:t>
            </a:r>
          </a:p>
          <a:p>
            <a:r>
              <a:rPr lang="en-ZA" dirty="0" err="1">
                <a:solidFill>
                  <a:srgbClr val="000000"/>
                </a:solidFill>
                <a:latin typeface="Consolas" panose="020B0609020204030204" pitchFamily="49" charset="0"/>
              </a:rPr>
              <a:t>DataTable</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dtBook</a:t>
            </a:r>
            <a:r>
              <a:rPr lang="en-ZA" dirty="0">
                <a:solidFill>
                  <a:srgbClr val="000000"/>
                </a:solidFill>
                <a:latin typeface="Consolas" panose="020B0609020204030204" pitchFamily="49" charset="0"/>
              </a:rPr>
              <a:t> = </a:t>
            </a:r>
            <a:r>
              <a:rPr lang="en-ZA" dirty="0">
                <a:solidFill>
                  <a:srgbClr val="0000FF"/>
                </a:solidFill>
                <a:latin typeface="Consolas" panose="020B0609020204030204" pitchFamily="49" charset="0"/>
              </a:rPr>
              <a:t>new</a:t>
            </a:r>
            <a:r>
              <a:rPr lang="en-ZA" dirty="0">
                <a:solidFill>
                  <a:srgbClr val="000000"/>
                </a:solidFill>
                <a:latin typeface="Consolas" panose="020B0609020204030204" pitchFamily="49" charset="0"/>
              </a:rPr>
              <a:t> </a:t>
            </a:r>
            <a:r>
              <a:rPr lang="en-ZA" dirty="0" err="1">
                <a:solidFill>
                  <a:srgbClr val="000000"/>
                </a:solidFill>
                <a:latin typeface="Consolas" panose="020B0609020204030204" pitchFamily="49" charset="0"/>
              </a:rPr>
              <a:t>DataTable</a:t>
            </a:r>
            <a:r>
              <a:rPr lang="en-ZA" dirty="0">
                <a:solidFill>
                  <a:srgbClr val="000000"/>
                </a:solidFill>
                <a:latin typeface="Consolas" panose="020B0609020204030204" pitchFamily="49" charset="0"/>
              </a:rPr>
              <a:t>();</a:t>
            </a:r>
          </a:p>
          <a:p>
            <a:r>
              <a:rPr lang="en-ZA" dirty="0" err="1">
                <a:solidFill>
                  <a:srgbClr val="000000"/>
                </a:solidFill>
                <a:latin typeface="Consolas" panose="020B0609020204030204" pitchFamily="49" charset="0"/>
              </a:rPr>
              <a:t>daBook.Fill</a:t>
            </a:r>
            <a:r>
              <a:rPr lang="en-ZA" dirty="0">
                <a:solidFill>
                  <a:srgbClr val="000000"/>
                </a:solidFill>
                <a:latin typeface="Consolas" panose="020B0609020204030204" pitchFamily="49" charset="0"/>
              </a:rPr>
              <a:t>(</a:t>
            </a:r>
            <a:r>
              <a:rPr lang="en-ZA" dirty="0" err="1">
                <a:solidFill>
                  <a:srgbClr val="000000"/>
                </a:solidFill>
                <a:latin typeface="Consolas" panose="020B0609020204030204" pitchFamily="49" charset="0"/>
              </a:rPr>
              <a:t>dtBook</a:t>
            </a:r>
            <a:r>
              <a:rPr lang="en-ZA"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dataGridView1.DataSource = </a:t>
            </a:r>
            <a:r>
              <a:rPr lang="en-ZA" dirty="0" err="1">
                <a:solidFill>
                  <a:srgbClr val="000000"/>
                </a:solidFill>
                <a:latin typeface="Consolas" panose="020B0609020204030204" pitchFamily="49" charset="0"/>
              </a:rPr>
              <a:t>dtBook</a:t>
            </a:r>
            <a:r>
              <a:rPr lang="en-ZA" dirty="0">
                <a:solidFill>
                  <a:srgbClr val="000000"/>
                </a:solidFill>
                <a:latin typeface="Consolas" panose="020B0609020204030204" pitchFamily="49" charset="0"/>
              </a:rPr>
              <a:t>;</a:t>
            </a:r>
          </a:p>
        </p:txBody>
      </p:sp>
      <p:pic>
        <p:nvPicPr>
          <p:cNvPr id="6" name="Picture 5">
            <a:extLst>
              <a:ext uri="{FF2B5EF4-FFF2-40B4-BE49-F238E27FC236}">
                <a16:creationId xmlns:a16="http://schemas.microsoft.com/office/drawing/2014/main" id="{6EFA4876-B81C-40EA-B94C-CB1D59A20C6F}"/>
              </a:ext>
            </a:extLst>
          </p:cNvPr>
          <p:cNvPicPr>
            <a:picLocks noChangeAspect="1"/>
          </p:cNvPicPr>
          <p:nvPr/>
        </p:nvPicPr>
        <p:blipFill>
          <a:blip r:embed="rId2"/>
          <a:stretch>
            <a:fillRect/>
          </a:stretch>
        </p:blipFill>
        <p:spPr>
          <a:xfrm>
            <a:off x="8608007" y="71696"/>
            <a:ext cx="3581710" cy="876376"/>
          </a:xfrm>
          <a:prstGeom prst="rect">
            <a:avLst/>
          </a:prstGeom>
        </p:spPr>
      </p:pic>
      <p:pic>
        <p:nvPicPr>
          <p:cNvPr id="7" name="Picture 6">
            <a:extLst>
              <a:ext uri="{FF2B5EF4-FFF2-40B4-BE49-F238E27FC236}">
                <a16:creationId xmlns:a16="http://schemas.microsoft.com/office/drawing/2014/main" id="{8E064409-1E51-461C-A5F1-AF30956CE785}"/>
              </a:ext>
            </a:extLst>
          </p:cNvPr>
          <p:cNvPicPr>
            <a:picLocks noChangeAspect="1"/>
          </p:cNvPicPr>
          <p:nvPr/>
        </p:nvPicPr>
        <p:blipFill>
          <a:blip r:embed="rId3"/>
          <a:stretch>
            <a:fillRect/>
          </a:stretch>
        </p:blipFill>
        <p:spPr>
          <a:xfrm>
            <a:off x="10398862" y="1031497"/>
            <a:ext cx="1775614" cy="1615580"/>
          </a:xfrm>
          <a:prstGeom prst="rect">
            <a:avLst/>
          </a:prstGeom>
        </p:spPr>
      </p:pic>
    </p:spTree>
    <p:extLst>
      <p:ext uri="{BB962C8B-B14F-4D97-AF65-F5344CB8AC3E}">
        <p14:creationId xmlns:p14="http://schemas.microsoft.com/office/powerpoint/2010/main" val="1834080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123468-3C6F-4A4D-B588-9DDB6A8B0090}"/>
              </a:ext>
            </a:extLst>
          </p:cNvPr>
          <p:cNvSpPr>
            <a:spLocks noGrp="1"/>
          </p:cNvSpPr>
          <p:nvPr>
            <p:ph type="body" sz="quarter" idx="11"/>
          </p:nvPr>
        </p:nvSpPr>
        <p:spPr>
          <a:xfrm>
            <a:off x="633186" y="1255059"/>
            <a:ext cx="9463314" cy="1945341"/>
          </a:xfrm>
        </p:spPr>
        <p:txBody>
          <a:bodyPr/>
          <a:lstStyle/>
          <a:p>
            <a:r>
              <a:rPr lang="en-ZA" sz="1800" dirty="0"/>
              <a:t>Make use of the tools, wizards and drag and drop and craft the solution rather than code it</a:t>
            </a:r>
          </a:p>
          <a:p>
            <a:r>
              <a:rPr lang="en-ZA" sz="1800" dirty="0"/>
              <a:t>There are 2 ways to do this:</a:t>
            </a:r>
          </a:p>
          <a:p>
            <a:r>
              <a:rPr lang="en-ZA" sz="1800" dirty="0"/>
              <a:t>Half Drag and Drop and Half Code:</a:t>
            </a:r>
          </a:p>
          <a:p>
            <a:r>
              <a:rPr lang="en-ZA" sz="1800" b="1" dirty="0"/>
              <a:t>Method 1: Half Drag and Drop:</a:t>
            </a:r>
          </a:p>
          <a:p>
            <a:r>
              <a:rPr lang="en-ZA" sz="1800" dirty="0"/>
              <a:t>Drag a new </a:t>
            </a:r>
            <a:r>
              <a:rPr lang="en-ZA" sz="1800" dirty="0" err="1"/>
              <a:t>DataSet</a:t>
            </a:r>
            <a:r>
              <a:rPr lang="en-ZA" sz="1800" dirty="0"/>
              <a:t> onto the Solution Explorer and point it to the database table; </a:t>
            </a:r>
          </a:p>
          <a:p>
            <a:r>
              <a:rPr lang="en-ZA" sz="1800" dirty="0"/>
              <a:t>Add a New Data Source</a:t>
            </a:r>
          </a:p>
          <a:p>
            <a:endParaRPr lang="en-ZA" sz="1800" dirty="0"/>
          </a:p>
        </p:txBody>
      </p:sp>
      <p:sp>
        <p:nvSpPr>
          <p:cNvPr id="3" name="Title 2">
            <a:extLst>
              <a:ext uri="{FF2B5EF4-FFF2-40B4-BE49-F238E27FC236}">
                <a16:creationId xmlns:a16="http://schemas.microsoft.com/office/drawing/2014/main" id="{88F23902-FDF2-4683-BF1C-06E1456E38F1}"/>
              </a:ext>
            </a:extLst>
          </p:cNvPr>
          <p:cNvSpPr>
            <a:spLocks noGrp="1"/>
          </p:cNvSpPr>
          <p:nvPr>
            <p:ph type="title"/>
          </p:nvPr>
        </p:nvSpPr>
        <p:spPr/>
        <p:txBody>
          <a:bodyPr/>
          <a:lstStyle/>
          <a:p>
            <a:pPr algn="ctr"/>
            <a:r>
              <a:rPr lang="en-ZA" b="1" u="sng" dirty="0"/>
              <a:t>How about the Database – Version 2?</a:t>
            </a:r>
          </a:p>
        </p:txBody>
      </p:sp>
      <p:grpSp>
        <p:nvGrpSpPr>
          <p:cNvPr id="8" name="Group 7">
            <a:extLst>
              <a:ext uri="{FF2B5EF4-FFF2-40B4-BE49-F238E27FC236}">
                <a16:creationId xmlns:a16="http://schemas.microsoft.com/office/drawing/2014/main" id="{4479E377-697C-481A-8601-8E4BB9316E7F}"/>
              </a:ext>
            </a:extLst>
          </p:cNvPr>
          <p:cNvGrpSpPr/>
          <p:nvPr/>
        </p:nvGrpSpPr>
        <p:grpSpPr>
          <a:xfrm>
            <a:off x="2671482" y="3429000"/>
            <a:ext cx="9403977" cy="2886636"/>
            <a:chOff x="2671482" y="3429000"/>
            <a:chExt cx="9403977" cy="2886636"/>
          </a:xfrm>
        </p:grpSpPr>
        <p:pic>
          <p:nvPicPr>
            <p:cNvPr id="5" name="Picture 4">
              <a:extLst>
                <a:ext uri="{FF2B5EF4-FFF2-40B4-BE49-F238E27FC236}">
                  <a16:creationId xmlns:a16="http://schemas.microsoft.com/office/drawing/2014/main" id="{962D8F0B-5F68-4EE2-878A-30CF184DEC2D}"/>
                </a:ext>
              </a:extLst>
            </p:cNvPr>
            <p:cNvPicPr>
              <a:picLocks noChangeAspect="1"/>
            </p:cNvPicPr>
            <p:nvPr/>
          </p:nvPicPr>
          <p:blipFill>
            <a:blip r:embed="rId2"/>
            <a:stretch>
              <a:fillRect/>
            </a:stretch>
          </p:blipFill>
          <p:spPr>
            <a:xfrm>
              <a:off x="6759389" y="3657601"/>
              <a:ext cx="5316070" cy="2658035"/>
            </a:xfrm>
            <a:prstGeom prst="rect">
              <a:avLst/>
            </a:prstGeom>
          </p:spPr>
        </p:pic>
        <p:cxnSp>
          <p:nvCxnSpPr>
            <p:cNvPr id="7" name="Straight Arrow Connector 6">
              <a:extLst>
                <a:ext uri="{FF2B5EF4-FFF2-40B4-BE49-F238E27FC236}">
                  <a16:creationId xmlns:a16="http://schemas.microsoft.com/office/drawing/2014/main" id="{E9DEBF87-DCB3-4EA8-A18D-0F7EC8C95DA6}"/>
                </a:ext>
              </a:extLst>
            </p:cNvPr>
            <p:cNvCxnSpPr/>
            <p:nvPr/>
          </p:nvCxnSpPr>
          <p:spPr>
            <a:xfrm>
              <a:off x="2671482" y="3429000"/>
              <a:ext cx="4473389" cy="255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9" name="Picture 8">
            <a:extLst>
              <a:ext uri="{FF2B5EF4-FFF2-40B4-BE49-F238E27FC236}">
                <a16:creationId xmlns:a16="http://schemas.microsoft.com/office/drawing/2014/main" id="{37B663DF-FF82-46CB-A5F4-0B316E0939A9}"/>
              </a:ext>
            </a:extLst>
          </p:cNvPr>
          <p:cNvPicPr>
            <a:picLocks noChangeAspect="1"/>
          </p:cNvPicPr>
          <p:nvPr/>
        </p:nvPicPr>
        <p:blipFill>
          <a:blip r:embed="rId3"/>
          <a:stretch>
            <a:fillRect/>
          </a:stretch>
        </p:blipFill>
        <p:spPr>
          <a:xfrm>
            <a:off x="756415" y="3489911"/>
            <a:ext cx="3658169" cy="2810650"/>
          </a:xfrm>
          <a:prstGeom prst="rect">
            <a:avLst/>
          </a:prstGeom>
        </p:spPr>
      </p:pic>
      <p:cxnSp>
        <p:nvCxnSpPr>
          <p:cNvPr id="11" name="Straight Arrow Connector 10">
            <a:extLst>
              <a:ext uri="{FF2B5EF4-FFF2-40B4-BE49-F238E27FC236}">
                <a16:creationId xmlns:a16="http://schemas.microsoft.com/office/drawing/2014/main" id="{663BCE8D-0E66-4109-A43F-83CFB93040B2}"/>
              </a:ext>
            </a:extLst>
          </p:cNvPr>
          <p:cNvCxnSpPr/>
          <p:nvPr/>
        </p:nvCxnSpPr>
        <p:spPr>
          <a:xfrm flipH="1">
            <a:off x="4401671" y="5988424"/>
            <a:ext cx="2357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84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E04174-C4D0-476C-A0A6-E367C9BC64AB}"/>
              </a:ext>
            </a:extLst>
          </p:cNvPr>
          <p:cNvSpPr>
            <a:spLocks noGrp="1"/>
          </p:cNvSpPr>
          <p:nvPr>
            <p:ph type="body" sz="quarter" idx="11"/>
          </p:nvPr>
        </p:nvSpPr>
        <p:spPr>
          <a:xfrm>
            <a:off x="564777" y="1213674"/>
            <a:ext cx="9576547" cy="2802514"/>
          </a:xfrm>
        </p:spPr>
        <p:txBody>
          <a:bodyPr/>
          <a:lstStyle/>
          <a:p>
            <a:r>
              <a:rPr lang="en-ZA" dirty="0"/>
              <a:t>This class has to be activated </a:t>
            </a:r>
            <a:r>
              <a:rPr lang="en-ZA" dirty="0">
                <a:sym typeface="Wingdings" panose="05000000000000000000" pitchFamily="2" charset="2"/>
              </a:rPr>
              <a:t> turned into an object – 2 paths to do this: </a:t>
            </a:r>
          </a:p>
          <a:p>
            <a:r>
              <a:rPr lang="en-ZA" b="1" dirty="0">
                <a:sym typeface="Wingdings" panose="05000000000000000000" pitchFamily="2" charset="2"/>
              </a:rPr>
              <a:t>1</a:t>
            </a:r>
            <a:r>
              <a:rPr lang="en-ZA" b="1" baseline="30000" dirty="0">
                <a:sym typeface="Wingdings" panose="05000000000000000000" pitchFamily="2" charset="2"/>
              </a:rPr>
              <a:t>st</a:t>
            </a:r>
            <a:r>
              <a:rPr lang="en-ZA" b="1" dirty="0">
                <a:sym typeface="Wingdings" panose="05000000000000000000" pitchFamily="2" charset="2"/>
              </a:rPr>
              <a:t> Path:</a:t>
            </a:r>
          </a:p>
          <a:p>
            <a:r>
              <a:rPr lang="en-ZA" dirty="0">
                <a:solidFill>
                  <a:srgbClr val="C00000"/>
                </a:solidFill>
              </a:rPr>
              <a:t>DataSet dsBooks = new sanjayrDataSet();</a:t>
            </a:r>
          </a:p>
          <a:p>
            <a:r>
              <a:rPr lang="en-ZA" dirty="0" err="1">
                <a:solidFill>
                  <a:srgbClr val="C00000"/>
                </a:solidFill>
              </a:rPr>
              <a:t>sanjayrDataSet.BookDataTable</a:t>
            </a:r>
            <a:r>
              <a:rPr lang="en-ZA" dirty="0">
                <a:solidFill>
                  <a:srgbClr val="C00000"/>
                </a:solidFill>
              </a:rPr>
              <a:t> bkDT = new sanjayrDataSet.BookDataTable();</a:t>
            </a:r>
          </a:p>
          <a:p>
            <a:r>
              <a:rPr lang="en-ZA" dirty="0" err="1">
                <a:solidFill>
                  <a:srgbClr val="C00000"/>
                </a:solidFill>
              </a:rPr>
              <a:t>sanjayrDataSetTableAdapters.BookTableAdapter</a:t>
            </a:r>
            <a:r>
              <a:rPr lang="en-ZA" dirty="0">
                <a:solidFill>
                  <a:srgbClr val="C00000"/>
                </a:solidFill>
              </a:rPr>
              <a:t> bkTA = new </a:t>
            </a:r>
            <a:r>
              <a:rPr lang="en-ZA" dirty="0" err="1">
                <a:solidFill>
                  <a:srgbClr val="C00000"/>
                </a:solidFill>
              </a:rPr>
              <a:t>sanjayrDataSetTableAdapters.BookTableAdapter</a:t>
            </a:r>
            <a:r>
              <a:rPr lang="en-ZA" dirty="0">
                <a:solidFill>
                  <a:srgbClr val="C00000"/>
                </a:solidFill>
              </a:rPr>
              <a:t>();</a:t>
            </a:r>
          </a:p>
          <a:p>
            <a:r>
              <a:rPr lang="en-ZA" dirty="0"/>
              <a:t>Now add the GUI elements such as a </a:t>
            </a:r>
            <a:r>
              <a:rPr lang="en-ZA" dirty="0" err="1"/>
              <a:t>DataGridView</a:t>
            </a:r>
            <a:r>
              <a:rPr lang="en-ZA" dirty="0"/>
              <a:t> and a Button</a:t>
            </a:r>
          </a:p>
          <a:p>
            <a:r>
              <a:rPr lang="en-ZA" dirty="0"/>
              <a:t>In the event handler section of the button….add the following code:</a:t>
            </a:r>
          </a:p>
          <a:p>
            <a:r>
              <a:rPr lang="en-ZA" dirty="0">
                <a:solidFill>
                  <a:srgbClr val="C00000"/>
                </a:solidFill>
              </a:rPr>
              <a:t>bkTA.Fill(bkDT);</a:t>
            </a:r>
          </a:p>
          <a:p>
            <a:r>
              <a:rPr lang="en-ZA" dirty="0">
                <a:solidFill>
                  <a:srgbClr val="C00000"/>
                </a:solidFill>
              </a:rPr>
              <a:t>dGV1.DataSource = </a:t>
            </a:r>
            <a:r>
              <a:rPr lang="en-ZA" dirty="0" err="1">
                <a:solidFill>
                  <a:srgbClr val="C00000"/>
                </a:solidFill>
              </a:rPr>
              <a:t>bkDT</a:t>
            </a:r>
            <a:r>
              <a:rPr lang="en-ZA" dirty="0">
                <a:solidFill>
                  <a:srgbClr val="C00000"/>
                </a:solidFill>
              </a:rPr>
              <a:t>;</a:t>
            </a:r>
          </a:p>
          <a:p>
            <a:r>
              <a:rPr lang="en-ZA" dirty="0"/>
              <a:t>And you are done – the connection string part is handled by the data connection wizard</a:t>
            </a:r>
          </a:p>
        </p:txBody>
      </p:sp>
      <p:sp>
        <p:nvSpPr>
          <p:cNvPr id="3" name="Title 2">
            <a:extLst>
              <a:ext uri="{FF2B5EF4-FFF2-40B4-BE49-F238E27FC236}">
                <a16:creationId xmlns:a16="http://schemas.microsoft.com/office/drawing/2014/main" id="{C693FA8A-B3A0-472C-91EF-752B02A519FD}"/>
              </a:ext>
            </a:extLst>
          </p:cNvPr>
          <p:cNvSpPr>
            <a:spLocks noGrp="1"/>
          </p:cNvSpPr>
          <p:nvPr>
            <p:ph type="title"/>
          </p:nvPr>
        </p:nvSpPr>
        <p:spPr>
          <a:xfrm>
            <a:off x="633186" y="557439"/>
            <a:ext cx="10815864" cy="455573"/>
          </a:xfrm>
        </p:spPr>
        <p:txBody>
          <a:bodyPr/>
          <a:lstStyle/>
          <a:p>
            <a:pPr algn="ctr"/>
            <a:r>
              <a:rPr lang="en-ZA" b="1" u="sng" dirty="0"/>
              <a:t>So now you have a </a:t>
            </a:r>
            <a:r>
              <a:rPr lang="en-ZA" b="1" u="sng" dirty="0" err="1"/>
              <a:t>DataSet</a:t>
            </a:r>
            <a:r>
              <a:rPr lang="en-ZA" b="1" u="sng" dirty="0"/>
              <a:t> Class</a:t>
            </a:r>
          </a:p>
        </p:txBody>
      </p:sp>
      <p:pic>
        <p:nvPicPr>
          <p:cNvPr id="5" name="Picture 4">
            <a:extLst>
              <a:ext uri="{FF2B5EF4-FFF2-40B4-BE49-F238E27FC236}">
                <a16:creationId xmlns:a16="http://schemas.microsoft.com/office/drawing/2014/main" id="{134D9132-731D-4E9A-9E4E-08F0D2EC5276}"/>
              </a:ext>
            </a:extLst>
          </p:cNvPr>
          <p:cNvPicPr>
            <a:picLocks noChangeAspect="1"/>
          </p:cNvPicPr>
          <p:nvPr/>
        </p:nvPicPr>
        <p:blipFill>
          <a:blip r:embed="rId2"/>
          <a:stretch>
            <a:fillRect/>
          </a:stretch>
        </p:blipFill>
        <p:spPr>
          <a:xfrm>
            <a:off x="7030647" y="2798614"/>
            <a:ext cx="5017917" cy="3046373"/>
          </a:xfrm>
          <a:prstGeom prst="rect">
            <a:avLst/>
          </a:prstGeom>
        </p:spPr>
      </p:pic>
      <p:pic>
        <p:nvPicPr>
          <p:cNvPr id="6" name="Picture 5">
            <a:extLst>
              <a:ext uri="{FF2B5EF4-FFF2-40B4-BE49-F238E27FC236}">
                <a16:creationId xmlns:a16="http://schemas.microsoft.com/office/drawing/2014/main" id="{074A7568-43D6-4F8B-946F-10098AF08A21}"/>
              </a:ext>
            </a:extLst>
          </p:cNvPr>
          <p:cNvPicPr>
            <a:picLocks noChangeAspect="1"/>
          </p:cNvPicPr>
          <p:nvPr/>
        </p:nvPicPr>
        <p:blipFill>
          <a:blip r:embed="rId3"/>
          <a:stretch>
            <a:fillRect/>
          </a:stretch>
        </p:blipFill>
        <p:spPr>
          <a:xfrm>
            <a:off x="2624640" y="4381114"/>
            <a:ext cx="2201544" cy="1683736"/>
          </a:xfrm>
          <a:prstGeom prst="rect">
            <a:avLst/>
          </a:prstGeom>
        </p:spPr>
      </p:pic>
    </p:spTree>
    <p:extLst>
      <p:ext uri="{BB962C8B-B14F-4D97-AF65-F5344CB8AC3E}">
        <p14:creationId xmlns:p14="http://schemas.microsoft.com/office/powerpoint/2010/main" val="4129428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7F9B1F-1EED-4733-A9BE-48563401C9C6}"/>
              </a:ext>
            </a:extLst>
          </p:cNvPr>
          <p:cNvSpPr>
            <a:spLocks noGrp="1"/>
          </p:cNvSpPr>
          <p:nvPr>
            <p:ph type="body" sz="quarter" idx="11"/>
          </p:nvPr>
        </p:nvSpPr>
        <p:spPr>
          <a:xfrm>
            <a:off x="806824" y="1183341"/>
            <a:ext cx="11008658" cy="2245659"/>
          </a:xfrm>
        </p:spPr>
        <p:txBody>
          <a:bodyPr/>
          <a:lstStyle/>
          <a:p>
            <a:r>
              <a:rPr lang="en-ZA" dirty="0"/>
              <a:t>The Design View is blocked and you can only control the design of the </a:t>
            </a:r>
            <a:r>
              <a:rPr lang="en-ZA" dirty="0" err="1"/>
              <a:t>DataGridview</a:t>
            </a:r>
            <a:r>
              <a:rPr lang="en-ZA" dirty="0"/>
              <a:t> via code</a:t>
            </a:r>
          </a:p>
          <a:p>
            <a:r>
              <a:rPr lang="en-ZA" dirty="0"/>
              <a:t>What is the alternative – do everything via drag and drop</a:t>
            </a:r>
          </a:p>
          <a:p>
            <a:r>
              <a:rPr lang="en-ZA" b="1" dirty="0"/>
              <a:t>The Drag and Drop Pathway</a:t>
            </a:r>
          </a:p>
          <a:p>
            <a:r>
              <a:rPr lang="en-ZA" dirty="0"/>
              <a:t>Once you have a dataset class </a:t>
            </a:r>
            <a:r>
              <a:rPr lang="en-ZA" dirty="0">
                <a:sym typeface="Wingdings" panose="05000000000000000000" pitchFamily="2" charset="2"/>
              </a:rPr>
              <a:t> Rebuild the application  this will create the objects and place them in the toolbox</a:t>
            </a:r>
            <a:endParaRPr lang="en-ZA" dirty="0"/>
          </a:p>
        </p:txBody>
      </p:sp>
      <p:sp>
        <p:nvSpPr>
          <p:cNvPr id="3" name="Title 2">
            <a:extLst>
              <a:ext uri="{FF2B5EF4-FFF2-40B4-BE49-F238E27FC236}">
                <a16:creationId xmlns:a16="http://schemas.microsoft.com/office/drawing/2014/main" id="{2A4404AC-C78A-4901-83AD-602704305B7A}"/>
              </a:ext>
            </a:extLst>
          </p:cNvPr>
          <p:cNvSpPr>
            <a:spLocks noGrp="1"/>
          </p:cNvSpPr>
          <p:nvPr>
            <p:ph type="title"/>
          </p:nvPr>
        </p:nvSpPr>
        <p:spPr/>
        <p:txBody>
          <a:bodyPr/>
          <a:lstStyle/>
          <a:p>
            <a:pPr algn="ctr"/>
            <a:r>
              <a:rPr lang="en-ZA" b="1" u="sng" dirty="0"/>
              <a:t>The Problem with the Coding Route</a:t>
            </a:r>
          </a:p>
        </p:txBody>
      </p:sp>
      <p:grpSp>
        <p:nvGrpSpPr>
          <p:cNvPr id="12" name="Group 11">
            <a:extLst>
              <a:ext uri="{FF2B5EF4-FFF2-40B4-BE49-F238E27FC236}">
                <a16:creationId xmlns:a16="http://schemas.microsoft.com/office/drawing/2014/main" id="{39A9A5A1-A07B-40FC-B1EE-2055396AFF1E}"/>
              </a:ext>
            </a:extLst>
          </p:cNvPr>
          <p:cNvGrpSpPr/>
          <p:nvPr/>
        </p:nvGrpSpPr>
        <p:grpSpPr>
          <a:xfrm>
            <a:off x="2796988" y="2306170"/>
            <a:ext cx="9323293" cy="3994391"/>
            <a:chOff x="2796988" y="2306170"/>
            <a:chExt cx="9323293" cy="3994391"/>
          </a:xfrm>
        </p:grpSpPr>
        <p:pic>
          <p:nvPicPr>
            <p:cNvPr id="5" name="Picture 4">
              <a:extLst>
                <a:ext uri="{FF2B5EF4-FFF2-40B4-BE49-F238E27FC236}">
                  <a16:creationId xmlns:a16="http://schemas.microsoft.com/office/drawing/2014/main" id="{554642EC-3613-4F4A-B322-810E8F3CA11E}"/>
                </a:ext>
              </a:extLst>
            </p:cNvPr>
            <p:cNvPicPr>
              <a:picLocks noChangeAspect="1"/>
            </p:cNvPicPr>
            <p:nvPr/>
          </p:nvPicPr>
          <p:blipFill>
            <a:blip r:embed="rId2"/>
            <a:stretch>
              <a:fillRect/>
            </a:stretch>
          </p:blipFill>
          <p:spPr>
            <a:xfrm>
              <a:off x="7836350" y="4318963"/>
              <a:ext cx="4283931" cy="1981598"/>
            </a:xfrm>
            <a:prstGeom prst="rect">
              <a:avLst/>
            </a:prstGeom>
          </p:spPr>
        </p:pic>
        <p:cxnSp>
          <p:nvCxnSpPr>
            <p:cNvPr id="7" name="Straight Arrow Connector 6">
              <a:extLst>
                <a:ext uri="{FF2B5EF4-FFF2-40B4-BE49-F238E27FC236}">
                  <a16:creationId xmlns:a16="http://schemas.microsoft.com/office/drawing/2014/main" id="{3CFAB498-1B53-4707-B7C2-FCDA3F9F82A0}"/>
                </a:ext>
              </a:extLst>
            </p:cNvPr>
            <p:cNvCxnSpPr/>
            <p:nvPr/>
          </p:nvCxnSpPr>
          <p:spPr>
            <a:xfrm>
              <a:off x="2796988" y="2306170"/>
              <a:ext cx="8652062" cy="3018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D9FD282-291D-45E2-83A1-1EA8DAAFCE21}"/>
              </a:ext>
            </a:extLst>
          </p:cNvPr>
          <p:cNvGrpSpPr/>
          <p:nvPr/>
        </p:nvGrpSpPr>
        <p:grpSpPr>
          <a:xfrm>
            <a:off x="546847" y="2406083"/>
            <a:ext cx="8319247" cy="3715853"/>
            <a:chOff x="546847" y="2406083"/>
            <a:chExt cx="8319247" cy="3715853"/>
          </a:xfrm>
        </p:grpSpPr>
        <p:pic>
          <p:nvPicPr>
            <p:cNvPr id="8" name="Picture 7">
              <a:extLst>
                <a:ext uri="{FF2B5EF4-FFF2-40B4-BE49-F238E27FC236}">
                  <a16:creationId xmlns:a16="http://schemas.microsoft.com/office/drawing/2014/main" id="{02893C50-5824-4229-A76C-17B4D4CFC1B4}"/>
                </a:ext>
              </a:extLst>
            </p:cNvPr>
            <p:cNvPicPr>
              <a:picLocks noChangeAspect="1"/>
            </p:cNvPicPr>
            <p:nvPr/>
          </p:nvPicPr>
          <p:blipFill>
            <a:blip r:embed="rId3"/>
            <a:stretch>
              <a:fillRect/>
            </a:stretch>
          </p:blipFill>
          <p:spPr>
            <a:xfrm>
              <a:off x="546847" y="3186138"/>
              <a:ext cx="5290367" cy="2935798"/>
            </a:xfrm>
            <a:prstGeom prst="rect">
              <a:avLst/>
            </a:prstGeom>
          </p:spPr>
        </p:pic>
        <p:cxnSp>
          <p:nvCxnSpPr>
            <p:cNvPr id="10" name="Straight Arrow Connector 9">
              <a:extLst>
                <a:ext uri="{FF2B5EF4-FFF2-40B4-BE49-F238E27FC236}">
                  <a16:creationId xmlns:a16="http://schemas.microsoft.com/office/drawing/2014/main" id="{DEF46E3D-45CA-4A46-BA10-295824DC929A}"/>
                </a:ext>
              </a:extLst>
            </p:cNvPr>
            <p:cNvCxnSpPr/>
            <p:nvPr/>
          </p:nvCxnSpPr>
          <p:spPr>
            <a:xfrm flipH="1">
              <a:off x="1730188" y="2406083"/>
              <a:ext cx="7135906" cy="2183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843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A5DFAC-E457-4570-AA3D-D2B191717FC5}"/>
              </a:ext>
            </a:extLst>
          </p:cNvPr>
          <p:cNvSpPr>
            <a:spLocks noGrp="1"/>
          </p:cNvSpPr>
          <p:nvPr>
            <p:ph type="body" sz="quarter" idx="11"/>
          </p:nvPr>
        </p:nvSpPr>
        <p:spPr>
          <a:xfrm>
            <a:off x="821445" y="1240569"/>
            <a:ext cx="9882414" cy="686843"/>
          </a:xfrm>
        </p:spPr>
        <p:txBody>
          <a:bodyPr/>
          <a:lstStyle/>
          <a:p>
            <a:r>
              <a:rPr lang="en-ZA" dirty="0"/>
              <a:t>Drag and drop the objects into the tray of the form…Load the data via the table adapter fill method </a:t>
            </a:r>
            <a:r>
              <a:rPr lang="en-ZA" dirty="0">
                <a:sym typeface="Wingdings" panose="05000000000000000000" pitchFamily="2" charset="2"/>
              </a:rPr>
              <a:t> </a:t>
            </a:r>
            <a:r>
              <a:rPr lang="en-ZA" b="1" dirty="0">
                <a:solidFill>
                  <a:srgbClr val="C00000"/>
                </a:solidFill>
              </a:rPr>
              <a:t>taBook1.Fill(dsBook1.Book); </a:t>
            </a:r>
            <a:r>
              <a:rPr lang="en-ZA" dirty="0"/>
              <a:t>…and hook up the </a:t>
            </a:r>
            <a:r>
              <a:rPr lang="en-ZA" dirty="0" err="1"/>
              <a:t>DataGridView</a:t>
            </a:r>
            <a:r>
              <a:rPr lang="en-ZA" dirty="0"/>
              <a:t> and you are done…</a:t>
            </a:r>
            <a:r>
              <a:rPr lang="en-ZA" b="1" i="1" dirty="0"/>
              <a:t>One line of code!!!</a:t>
            </a:r>
          </a:p>
        </p:txBody>
      </p:sp>
      <p:sp>
        <p:nvSpPr>
          <p:cNvPr id="3" name="Title 2">
            <a:extLst>
              <a:ext uri="{FF2B5EF4-FFF2-40B4-BE49-F238E27FC236}">
                <a16:creationId xmlns:a16="http://schemas.microsoft.com/office/drawing/2014/main" id="{4C5A4C8E-5DC1-4841-9619-65F71A1AB96F}"/>
              </a:ext>
            </a:extLst>
          </p:cNvPr>
          <p:cNvSpPr>
            <a:spLocks noGrp="1"/>
          </p:cNvSpPr>
          <p:nvPr>
            <p:ph type="title"/>
          </p:nvPr>
        </p:nvSpPr>
        <p:spPr>
          <a:xfrm>
            <a:off x="633186" y="557439"/>
            <a:ext cx="10815864" cy="428679"/>
          </a:xfrm>
        </p:spPr>
        <p:txBody>
          <a:bodyPr/>
          <a:lstStyle/>
          <a:p>
            <a:pPr algn="ctr"/>
            <a:r>
              <a:rPr lang="en-ZA" b="1" u="sng" dirty="0"/>
              <a:t>Make the Object Available</a:t>
            </a:r>
          </a:p>
        </p:txBody>
      </p:sp>
      <p:pic>
        <p:nvPicPr>
          <p:cNvPr id="5" name="Picture 4">
            <a:extLst>
              <a:ext uri="{FF2B5EF4-FFF2-40B4-BE49-F238E27FC236}">
                <a16:creationId xmlns:a16="http://schemas.microsoft.com/office/drawing/2014/main" id="{E49B1590-C88F-4456-9C5B-87B52BA84851}"/>
              </a:ext>
            </a:extLst>
          </p:cNvPr>
          <p:cNvPicPr>
            <a:picLocks noChangeAspect="1"/>
          </p:cNvPicPr>
          <p:nvPr/>
        </p:nvPicPr>
        <p:blipFill>
          <a:blip r:embed="rId2"/>
          <a:stretch>
            <a:fillRect/>
          </a:stretch>
        </p:blipFill>
        <p:spPr>
          <a:xfrm>
            <a:off x="633186" y="1780532"/>
            <a:ext cx="4637731" cy="3150057"/>
          </a:xfrm>
          <a:prstGeom prst="rect">
            <a:avLst/>
          </a:prstGeom>
        </p:spPr>
      </p:pic>
      <p:pic>
        <p:nvPicPr>
          <p:cNvPr id="6" name="Picture 5">
            <a:extLst>
              <a:ext uri="{FF2B5EF4-FFF2-40B4-BE49-F238E27FC236}">
                <a16:creationId xmlns:a16="http://schemas.microsoft.com/office/drawing/2014/main" id="{21B0A65A-2CF1-488C-BC72-BEFA7E63BBD5}"/>
              </a:ext>
            </a:extLst>
          </p:cNvPr>
          <p:cNvPicPr>
            <a:picLocks noChangeAspect="1"/>
          </p:cNvPicPr>
          <p:nvPr/>
        </p:nvPicPr>
        <p:blipFill>
          <a:blip r:embed="rId3"/>
          <a:stretch>
            <a:fillRect/>
          </a:stretch>
        </p:blipFill>
        <p:spPr>
          <a:xfrm>
            <a:off x="5512336" y="1714338"/>
            <a:ext cx="4950104" cy="2563237"/>
          </a:xfrm>
          <a:prstGeom prst="rect">
            <a:avLst/>
          </a:prstGeom>
        </p:spPr>
      </p:pic>
    </p:spTree>
    <p:extLst>
      <p:ext uri="{BB962C8B-B14F-4D97-AF65-F5344CB8AC3E}">
        <p14:creationId xmlns:p14="http://schemas.microsoft.com/office/powerpoint/2010/main" val="2794781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5057352"/>
          </a:xfrm>
        </p:spPr>
        <p:txBody>
          <a:bodyPr/>
          <a:lstStyle/>
          <a:p>
            <a:r>
              <a:rPr lang="en-US" sz="1800" dirty="0"/>
              <a:t>Why Point of Sales?</a:t>
            </a:r>
          </a:p>
          <a:p>
            <a:pPr lvl="1"/>
            <a:r>
              <a:rPr lang="en-US" sz="2800" dirty="0"/>
              <a:t>It has all the ingredients required to understand software development that involves database processing</a:t>
            </a:r>
          </a:p>
          <a:p>
            <a:pPr lvl="1"/>
            <a:r>
              <a:rPr lang="en-US" sz="2800" dirty="0"/>
              <a:t>In class – 2 applications will be presented</a:t>
            </a:r>
          </a:p>
          <a:p>
            <a:pPr lvl="2"/>
            <a:r>
              <a:rPr lang="en-US" sz="2400" dirty="0"/>
              <a:t>Point of Sale System</a:t>
            </a:r>
          </a:p>
          <a:p>
            <a:pPr lvl="2"/>
            <a:r>
              <a:rPr lang="en-US" sz="2400" dirty="0"/>
              <a:t>Reservation System</a:t>
            </a:r>
          </a:p>
          <a:p>
            <a:pPr lvl="1"/>
            <a:r>
              <a:rPr lang="en-US" sz="2800" dirty="0"/>
              <a:t>The Point of Sales (POS) discussion will culminate in the computer programming test</a:t>
            </a:r>
          </a:p>
          <a:p>
            <a:pPr lvl="1"/>
            <a:r>
              <a:rPr lang="en-US" sz="2800" dirty="0" err="1"/>
              <a:t>Prac</a:t>
            </a:r>
            <a:r>
              <a:rPr lang="en-US" sz="2800" dirty="0"/>
              <a:t> 3 is a sample of the 1</a:t>
            </a:r>
            <a:r>
              <a:rPr lang="en-US" sz="2800" baseline="30000" dirty="0"/>
              <a:t>st</a:t>
            </a:r>
            <a:r>
              <a:rPr lang="en-US" sz="2800" dirty="0"/>
              <a:t> part of that test</a:t>
            </a:r>
          </a:p>
          <a:p>
            <a:endParaRPr lang="en-US" sz="1800" dirty="0"/>
          </a:p>
        </p:txBody>
      </p:sp>
    </p:spTree>
    <p:extLst>
      <p:ext uri="{BB962C8B-B14F-4D97-AF65-F5344CB8AC3E}">
        <p14:creationId xmlns:p14="http://schemas.microsoft.com/office/powerpoint/2010/main" val="406473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749902"/>
            <a:ext cx="11182296" cy="924623"/>
          </a:xfrm>
        </p:spPr>
        <p:txBody>
          <a:bodyPr/>
          <a:lstStyle/>
          <a:p>
            <a:r>
              <a:rPr lang="en-US" sz="1800" dirty="0"/>
              <a:t>A typical POS – the customer has the focus – </a:t>
            </a:r>
          </a:p>
          <a:p>
            <a:r>
              <a:rPr lang="en-US" sz="1800" dirty="0"/>
              <a:t>Strategy for a scaled down POS– find the customer; find the product; add it to the order; confirm the order</a:t>
            </a:r>
          </a:p>
          <a:p>
            <a:r>
              <a:rPr lang="en-US" sz="1800" dirty="0"/>
              <a:t>Once this is done – we will move onto a POS where the customer will be able to purchase more that one product</a:t>
            </a:r>
          </a:p>
        </p:txBody>
      </p:sp>
      <p:pic>
        <p:nvPicPr>
          <p:cNvPr id="5" name="Picture 4">
            <a:extLst>
              <a:ext uri="{FF2B5EF4-FFF2-40B4-BE49-F238E27FC236}">
                <a16:creationId xmlns:a16="http://schemas.microsoft.com/office/drawing/2014/main" id="{EB443B3C-73D4-435D-8848-0C827E3236F5}"/>
              </a:ext>
            </a:extLst>
          </p:cNvPr>
          <p:cNvPicPr>
            <a:picLocks noChangeAspect="1"/>
          </p:cNvPicPr>
          <p:nvPr/>
        </p:nvPicPr>
        <p:blipFill>
          <a:blip r:embed="rId4"/>
          <a:stretch>
            <a:fillRect/>
          </a:stretch>
        </p:blipFill>
        <p:spPr>
          <a:xfrm>
            <a:off x="1622611" y="2043953"/>
            <a:ext cx="7584141" cy="4207580"/>
          </a:xfrm>
          <a:prstGeom prst="rect">
            <a:avLst/>
          </a:prstGeom>
          <a:ln w="19050">
            <a:solidFill>
              <a:schemeClr val="accent5"/>
            </a:solidFill>
          </a:ln>
        </p:spPr>
      </p:pic>
    </p:spTree>
    <p:extLst>
      <p:ext uri="{BB962C8B-B14F-4D97-AF65-F5344CB8AC3E}">
        <p14:creationId xmlns:p14="http://schemas.microsoft.com/office/powerpoint/2010/main" val="1527817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5F7D17-13D3-4AB1-BBDB-DDB314106B12}"/>
              </a:ext>
            </a:extLst>
          </p:cNvPr>
          <p:cNvSpPr>
            <a:spLocks noGrp="1"/>
          </p:cNvSpPr>
          <p:nvPr>
            <p:ph type="body" sz="quarter" idx="11"/>
          </p:nvPr>
        </p:nvSpPr>
        <p:spPr>
          <a:xfrm>
            <a:off x="1562100" y="1733628"/>
            <a:ext cx="8534400" cy="408938"/>
          </a:xfrm>
        </p:spPr>
        <p:txBody>
          <a:bodyPr/>
          <a:lstStyle/>
          <a:p>
            <a:endParaRPr lang="en-ZA" dirty="0"/>
          </a:p>
        </p:txBody>
      </p:sp>
      <p:sp>
        <p:nvSpPr>
          <p:cNvPr id="3" name="Title 2">
            <a:extLst>
              <a:ext uri="{FF2B5EF4-FFF2-40B4-BE49-F238E27FC236}">
                <a16:creationId xmlns:a16="http://schemas.microsoft.com/office/drawing/2014/main" id="{C7ABC0E8-D574-4C11-AF7A-7CFAA31F7411}"/>
              </a:ext>
            </a:extLst>
          </p:cNvPr>
          <p:cNvSpPr>
            <a:spLocks noGrp="1"/>
          </p:cNvSpPr>
          <p:nvPr>
            <p:ph type="title"/>
          </p:nvPr>
        </p:nvSpPr>
        <p:spPr/>
        <p:txBody>
          <a:bodyPr/>
          <a:lstStyle/>
          <a:p>
            <a:endParaRPr lang="en-ZA"/>
          </a:p>
        </p:txBody>
      </p:sp>
      <p:sp>
        <p:nvSpPr>
          <p:cNvPr id="4" name="Content Placeholder 3">
            <a:extLst>
              <a:ext uri="{FF2B5EF4-FFF2-40B4-BE49-F238E27FC236}">
                <a16:creationId xmlns:a16="http://schemas.microsoft.com/office/drawing/2014/main" id="{9BECCFF1-FD24-4577-A17A-6A3928410E25}"/>
              </a:ext>
            </a:extLst>
          </p:cNvPr>
          <p:cNvSpPr>
            <a:spLocks noGrp="1"/>
          </p:cNvSpPr>
          <p:nvPr>
            <p:ph sz="quarter" idx="13"/>
          </p:nvPr>
        </p:nvSpPr>
        <p:spPr/>
        <p:txBody>
          <a:bodyPr/>
          <a:lstStyle/>
          <a:p>
            <a:endParaRPr lang="en-ZA"/>
          </a:p>
        </p:txBody>
      </p:sp>
      <p:sp>
        <p:nvSpPr>
          <p:cNvPr id="5" name="Rectangle 4">
            <a:extLst>
              <a:ext uri="{FF2B5EF4-FFF2-40B4-BE49-F238E27FC236}">
                <a16:creationId xmlns:a16="http://schemas.microsoft.com/office/drawing/2014/main" id="{6E5DF1E6-E211-470B-A864-A80D7D61D20B}"/>
              </a:ext>
            </a:extLst>
          </p:cNvPr>
          <p:cNvSpPr/>
          <p:nvPr/>
        </p:nvSpPr>
        <p:spPr>
          <a:xfrm>
            <a:off x="1335741" y="2690336"/>
            <a:ext cx="8991600" cy="1477328"/>
          </a:xfrm>
          <a:prstGeom prst="rect">
            <a:avLst/>
          </a:prstGeom>
          <a:solidFill>
            <a:schemeClr val="accent2">
              <a:lumMod val="25000"/>
              <a:lumOff val="75000"/>
            </a:schemeClr>
          </a:solidFill>
        </p:spPr>
        <p:txBody>
          <a:bodyPr wrap="square">
            <a:spAutoFit/>
          </a:bodyPr>
          <a:lstStyle/>
          <a:p>
            <a:r>
              <a:rPr lang="en-ZA" dirty="0"/>
              <a:t>INSERT INTO Cust</a:t>
            </a:r>
          </a:p>
          <a:p>
            <a:r>
              <a:rPr lang="en-ZA" dirty="0"/>
              <a:t>                  (FirstName, Surname, email, </a:t>
            </a:r>
            <a:r>
              <a:rPr lang="en-ZA" dirty="0" err="1"/>
              <a:t>ContactNo</a:t>
            </a:r>
            <a:r>
              <a:rPr lang="en-ZA" dirty="0"/>
              <a:t>)</a:t>
            </a:r>
          </a:p>
          <a:p>
            <a:r>
              <a:rPr lang="en-ZA" dirty="0"/>
              <a:t>VALUES (@FirstName,@Surname,@email,@</a:t>
            </a:r>
            <a:r>
              <a:rPr lang="en-ZA" dirty="0" err="1"/>
              <a:t>ContactNo</a:t>
            </a:r>
            <a:r>
              <a:rPr lang="en-ZA" dirty="0"/>
              <a:t>); </a:t>
            </a:r>
          </a:p>
          <a:p>
            <a:r>
              <a:rPr lang="en-ZA" dirty="0"/>
              <a:t>SELECT </a:t>
            </a:r>
            <a:r>
              <a:rPr lang="en-ZA" dirty="0" err="1"/>
              <a:t>CustId</a:t>
            </a:r>
            <a:r>
              <a:rPr lang="en-ZA" dirty="0"/>
              <a:t>, FirstName, Surname, email, </a:t>
            </a:r>
            <a:r>
              <a:rPr lang="en-ZA" dirty="0" err="1"/>
              <a:t>ContactNo</a:t>
            </a:r>
            <a:r>
              <a:rPr lang="en-ZA" dirty="0"/>
              <a:t>, Rewards FROM Cust WHERE (</a:t>
            </a:r>
            <a:r>
              <a:rPr lang="en-ZA" dirty="0" err="1"/>
              <a:t>CustId</a:t>
            </a:r>
            <a:r>
              <a:rPr lang="en-ZA" dirty="0"/>
              <a:t> = SCOPE_IDENTITY())</a:t>
            </a:r>
          </a:p>
        </p:txBody>
      </p:sp>
    </p:spTree>
    <p:extLst>
      <p:ext uri="{BB962C8B-B14F-4D97-AF65-F5344CB8AC3E}">
        <p14:creationId xmlns:p14="http://schemas.microsoft.com/office/powerpoint/2010/main" val="1380775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Processing-The Search</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5057352"/>
          </a:xfrm>
        </p:spPr>
        <p:txBody>
          <a:bodyPr/>
          <a:lstStyle/>
          <a:p>
            <a:r>
              <a:rPr lang="en-US" sz="1800" dirty="0"/>
              <a:t>The idea is to configure the SELECT query of the TA so that the data that is extracted from the database matches the search criteria that you will enter. </a:t>
            </a:r>
          </a:p>
          <a:p>
            <a:r>
              <a:rPr lang="en-US" sz="1800" dirty="0"/>
              <a:t>Remember the default arrangement is that all records are returned … however now you will restrict the number of records that are returned to the dataset from the database</a:t>
            </a:r>
          </a:p>
          <a:p>
            <a:r>
              <a:rPr lang="en-US" sz="1800" dirty="0"/>
              <a:t>The SELECT query has to be changed to include a WHERE clause….</a:t>
            </a:r>
          </a:p>
          <a:p>
            <a:pPr marL="0" indent="0">
              <a:buNone/>
            </a:pPr>
            <a:r>
              <a:rPr lang="en-US" sz="1800" b="1" dirty="0">
                <a:solidFill>
                  <a:srgbClr val="FF0000"/>
                </a:solidFill>
              </a:rPr>
              <a:t>SELECT </a:t>
            </a:r>
            <a:r>
              <a:rPr lang="en-US" sz="1800" b="1" dirty="0" err="1">
                <a:solidFill>
                  <a:srgbClr val="FF0000"/>
                </a:solidFill>
              </a:rPr>
              <a:t>CustId</a:t>
            </a:r>
            <a:r>
              <a:rPr lang="en-US" sz="1800" b="1" dirty="0">
                <a:solidFill>
                  <a:srgbClr val="FF0000"/>
                </a:solidFill>
              </a:rPr>
              <a:t>, FirstName, Surname, email, </a:t>
            </a:r>
            <a:r>
              <a:rPr lang="en-US" sz="1800" b="1" dirty="0" err="1">
                <a:solidFill>
                  <a:srgbClr val="FF0000"/>
                </a:solidFill>
              </a:rPr>
              <a:t>ContactNo</a:t>
            </a:r>
            <a:r>
              <a:rPr lang="en-US" sz="1800" b="1" dirty="0">
                <a:solidFill>
                  <a:srgbClr val="FF0000"/>
                </a:solidFill>
              </a:rPr>
              <a:t>, </a:t>
            </a:r>
            <a:r>
              <a:rPr lang="en-US" sz="1800" b="1" dirty="0" err="1">
                <a:solidFill>
                  <a:srgbClr val="FF0000"/>
                </a:solidFill>
              </a:rPr>
              <a:t>RewardsBalance</a:t>
            </a:r>
            <a:endParaRPr lang="en-US" sz="1800" b="1" dirty="0">
              <a:solidFill>
                <a:srgbClr val="FF0000"/>
              </a:solidFill>
            </a:endParaRPr>
          </a:p>
          <a:p>
            <a:pPr marL="0" indent="0">
              <a:buNone/>
            </a:pPr>
            <a:r>
              <a:rPr lang="en-US" sz="1800" b="1" dirty="0">
                <a:solidFill>
                  <a:srgbClr val="FF0000"/>
                </a:solidFill>
              </a:rPr>
              <a:t>FROM     Cust</a:t>
            </a:r>
          </a:p>
          <a:p>
            <a:pPr marL="0" indent="0">
              <a:buNone/>
            </a:pPr>
            <a:r>
              <a:rPr lang="en-US" sz="1800" b="1" dirty="0">
                <a:solidFill>
                  <a:srgbClr val="FF0000"/>
                </a:solidFill>
              </a:rPr>
              <a:t>WHERE  (Surname LIKE @surname + '%')</a:t>
            </a:r>
          </a:p>
        </p:txBody>
      </p:sp>
    </p:spTree>
    <p:extLst>
      <p:ext uri="{BB962C8B-B14F-4D97-AF65-F5344CB8AC3E}">
        <p14:creationId xmlns:p14="http://schemas.microsoft.com/office/powerpoint/2010/main" val="157404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Processing-The 1</a:t>
            </a:r>
            <a:r>
              <a:rPr lang="en-US" b="1" u="sng" baseline="30000" dirty="0"/>
              <a:t>st</a:t>
            </a:r>
            <a:r>
              <a:rPr lang="en-US" b="1" u="sng" dirty="0"/>
              <a:t> Form</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2807211"/>
          </a:xfrm>
        </p:spPr>
        <p:txBody>
          <a:bodyPr/>
          <a:lstStyle/>
          <a:p>
            <a:r>
              <a:rPr lang="en-ZA" sz="1800" dirty="0"/>
              <a:t>Add a new Windows form to your application and make it the start-up form</a:t>
            </a:r>
          </a:p>
          <a:p>
            <a:r>
              <a:rPr lang="en-ZA" sz="1800" dirty="0"/>
              <a:t>The GUI will consist of a textbox where the user will input his/her search criteria… in our case, this will simply be the customer name</a:t>
            </a:r>
          </a:p>
          <a:p>
            <a:r>
              <a:rPr lang="en-ZA" sz="1800" dirty="0"/>
              <a:t>If an exact match is obtained, then all matching records are returned. Since there is the possibility of returning more than one record, the GUI control that will be used to display the returned record(s) has to be chosen so that it could display more than one records</a:t>
            </a:r>
          </a:p>
          <a:p>
            <a:r>
              <a:rPr lang="en-ZA" sz="1800" dirty="0"/>
              <a:t>The ideal choice in this case is the </a:t>
            </a:r>
            <a:r>
              <a:rPr lang="en-ZA" sz="1800" dirty="0" err="1"/>
              <a:t>datagrid</a:t>
            </a:r>
            <a:r>
              <a:rPr lang="en-ZA" sz="1800" dirty="0"/>
              <a:t>. Hence the GUI will look </a:t>
            </a:r>
            <a:r>
              <a:rPr lang="en-ZA" sz="1800" b="1" dirty="0"/>
              <a:t>like…also, we will need a TA that will be responsible for  “getting” the data that matches our search criterion ,from the database</a:t>
            </a:r>
          </a:p>
          <a:p>
            <a:r>
              <a:rPr lang="en-ZA" sz="1800" b="1" dirty="0"/>
              <a:t>The “trigger” for the search could be a button or simply any character typed into the textbox</a:t>
            </a:r>
          </a:p>
          <a:p>
            <a:endParaRPr lang="en-US" sz="1800" dirty="0"/>
          </a:p>
        </p:txBody>
      </p:sp>
      <p:pic>
        <p:nvPicPr>
          <p:cNvPr id="5" name="Picture 2">
            <a:extLst>
              <a:ext uri="{FF2B5EF4-FFF2-40B4-BE49-F238E27FC236}">
                <a16:creationId xmlns:a16="http://schemas.microsoft.com/office/drawing/2014/main" id="{C8687040-E4A0-499A-9E5D-8AF0C7651C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652" y="4437530"/>
            <a:ext cx="4502966" cy="164197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0D9C65B7-32C3-4BE8-8BAF-D065A74BCE9E}"/>
              </a:ext>
            </a:extLst>
          </p:cNvPr>
          <p:cNvPicPr>
            <a:picLocks noChangeAspect="1"/>
          </p:cNvPicPr>
          <p:nvPr/>
        </p:nvPicPr>
        <p:blipFill>
          <a:blip r:embed="rId5"/>
          <a:stretch>
            <a:fillRect/>
          </a:stretch>
        </p:blipFill>
        <p:spPr>
          <a:xfrm>
            <a:off x="5189386" y="4069779"/>
            <a:ext cx="6492803" cy="2141406"/>
          </a:xfrm>
          <a:prstGeom prst="rect">
            <a:avLst/>
          </a:prstGeom>
        </p:spPr>
      </p:pic>
    </p:spTree>
    <p:extLst>
      <p:ext uri="{BB962C8B-B14F-4D97-AF65-F5344CB8AC3E}">
        <p14:creationId xmlns:p14="http://schemas.microsoft.com/office/powerpoint/2010/main" val="242836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Processing-the Table Adapter and the Query Builder</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1059093"/>
          </a:xfrm>
        </p:spPr>
        <p:txBody>
          <a:bodyPr/>
          <a:lstStyle/>
          <a:p>
            <a:r>
              <a:rPr lang="en-US" sz="1800" dirty="0"/>
              <a:t>These are hugely important “strings to your bow” as you try to obtain control over the database …</a:t>
            </a:r>
            <a:r>
              <a:rPr lang="en-ZA" sz="1800" dirty="0"/>
              <a:t> The filter simply takes in a variable name prefixed by the @ sign and generates the SQL statement for you. </a:t>
            </a:r>
            <a:endParaRPr lang="en-US" sz="1800" dirty="0"/>
          </a:p>
        </p:txBody>
      </p:sp>
      <p:pic>
        <p:nvPicPr>
          <p:cNvPr id="5" name="Picture 2">
            <a:extLst>
              <a:ext uri="{FF2B5EF4-FFF2-40B4-BE49-F238E27FC236}">
                <a16:creationId xmlns:a16="http://schemas.microsoft.com/office/drawing/2014/main" id="{89BD2481-2C54-40FB-8BAD-A0759885255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039" t="25082" b="29133"/>
          <a:stretch/>
        </p:blipFill>
        <p:spPr bwMode="auto">
          <a:xfrm>
            <a:off x="376518" y="1882552"/>
            <a:ext cx="4570071" cy="205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Content Placeholder 6">
            <a:extLst>
              <a:ext uri="{FF2B5EF4-FFF2-40B4-BE49-F238E27FC236}">
                <a16:creationId xmlns:a16="http://schemas.microsoft.com/office/drawing/2014/main" id="{5FC709C4-FFAB-46E2-88B1-81F86B48BB7E}"/>
              </a:ext>
            </a:extLst>
          </p:cNvPr>
          <p:cNvPicPr>
            <a:picLocks/>
          </p:cNvPicPr>
          <p:nvPr/>
        </p:nvPicPr>
        <p:blipFill>
          <a:blip r:embed="rId5"/>
          <a:stretch>
            <a:fillRect/>
          </a:stretch>
        </p:blipFill>
        <p:spPr>
          <a:xfrm>
            <a:off x="6293223" y="2344073"/>
            <a:ext cx="5152660" cy="2825594"/>
          </a:xfrm>
          <a:prstGeom prst="rect">
            <a:avLst/>
          </a:prstGeom>
        </p:spPr>
      </p:pic>
      <p:pic>
        <p:nvPicPr>
          <p:cNvPr id="7" name="Picture 2">
            <a:extLst>
              <a:ext uri="{FF2B5EF4-FFF2-40B4-BE49-F238E27FC236}">
                <a16:creationId xmlns:a16="http://schemas.microsoft.com/office/drawing/2014/main" id="{E169DE50-74AE-4078-A90D-F75914DF599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5525"/>
          <a:stretch/>
        </p:blipFill>
        <p:spPr bwMode="auto">
          <a:xfrm>
            <a:off x="376518" y="4276780"/>
            <a:ext cx="5049728" cy="1897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42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 – The “Like” Query</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1130811"/>
          </a:xfrm>
        </p:spPr>
        <p:txBody>
          <a:bodyPr/>
          <a:lstStyle/>
          <a:p>
            <a:r>
              <a:rPr lang="en-US" sz="1800" dirty="0"/>
              <a:t>Really cool!</a:t>
            </a:r>
          </a:p>
        </p:txBody>
      </p:sp>
      <p:pic>
        <p:nvPicPr>
          <p:cNvPr id="5" name="Content Placeholder 3">
            <a:extLst>
              <a:ext uri="{FF2B5EF4-FFF2-40B4-BE49-F238E27FC236}">
                <a16:creationId xmlns:a16="http://schemas.microsoft.com/office/drawing/2014/main" id="{41CFB763-ED6E-426C-BBD8-5AB8E05CD7F5}"/>
              </a:ext>
            </a:extLst>
          </p:cNvPr>
          <p:cNvPicPr>
            <a:picLocks/>
          </p:cNvPicPr>
          <p:nvPr/>
        </p:nvPicPr>
        <p:blipFill>
          <a:blip r:embed="rId4"/>
          <a:stretch>
            <a:fillRect/>
          </a:stretch>
        </p:blipFill>
        <p:spPr>
          <a:xfrm>
            <a:off x="869577" y="1571280"/>
            <a:ext cx="7270375" cy="3789614"/>
          </a:xfrm>
          <a:prstGeom prst="rect">
            <a:avLst/>
          </a:prstGeom>
        </p:spPr>
      </p:pic>
      <p:pic>
        <p:nvPicPr>
          <p:cNvPr id="3" name="Picture 2">
            <a:extLst>
              <a:ext uri="{FF2B5EF4-FFF2-40B4-BE49-F238E27FC236}">
                <a16:creationId xmlns:a16="http://schemas.microsoft.com/office/drawing/2014/main" id="{B87BBA8B-5A31-41B9-A361-D18826DC031A}"/>
              </a:ext>
            </a:extLst>
          </p:cNvPr>
          <p:cNvPicPr>
            <a:picLocks noChangeAspect="1"/>
          </p:cNvPicPr>
          <p:nvPr/>
        </p:nvPicPr>
        <p:blipFill>
          <a:blip r:embed="rId5"/>
          <a:stretch>
            <a:fillRect/>
          </a:stretch>
        </p:blipFill>
        <p:spPr>
          <a:xfrm>
            <a:off x="9943905" y="4155910"/>
            <a:ext cx="2248095" cy="2149026"/>
          </a:xfrm>
          <a:prstGeom prst="rect">
            <a:avLst/>
          </a:prstGeom>
        </p:spPr>
      </p:pic>
    </p:spTree>
    <p:extLst>
      <p:ext uri="{BB962C8B-B14F-4D97-AF65-F5344CB8AC3E}">
        <p14:creationId xmlns:p14="http://schemas.microsoft.com/office/powerpoint/2010/main" val="301958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Processing-Returning a </a:t>
            </a:r>
            <a:r>
              <a:rPr lang="en-US" b="1" u="sng" dirty="0" err="1"/>
              <a:t>DataTable</a:t>
            </a:r>
            <a:endParaRPr lang="en-US" b="1" u="sng" dirty="0"/>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1803164"/>
          </a:xfrm>
        </p:spPr>
        <p:txBody>
          <a:bodyPr/>
          <a:lstStyle/>
          <a:p>
            <a:r>
              <a:rPr lang="en-ZA" sz="1800" dirty="0"/>
              <a:t>In the next step, the wizard presents you with 2 options in terms of where the returned data will be stored locally.  </a:t>
            </a:r>
          </a:p>
          <a:p>
            <a:r>
              <a:rPr lang="en-ZA" sz="1800" dirty="0"/>
              <a:t>The better choice is to go for option 1. </a:t>
            </a:r>
          </a:p>
          <a:p>
            <a:r>
              <a:rPr lang="en-ZA" sz="1800" dirty="0"/>
              <a:t>Option1 stores the returned records into the Customer table of the existing dataset. This will take place if you invoke the method </a:t>
            </a:r>
            <a:r>
              <a:rPr lang="en-ZA" sz="1800" b="1" dirty="0"/>
              <a:t>FillBy1 (or you can rename the method)</a:t>
            </a:r>
            <a:r>
              <a:rPr lang="en-ZA" sz="1800" dirty="0"/>
              <a:t> shown in the illustration below</a:t>
            </a:r>
          </a:p>
          <a:p>
            <a:r>
              <a:rPr lang="en-ZA" sz="1800" dirty="0"/>
              <a:t>Basically what has happened is that you have added a method onto the Dataset class</a:t>
            </a:r>
          </a:p>
          <a:p>
            <a:endParaRPr lang="en-US" sz="1800" dirty="0"/>
          </a:p>
        </p:txBody>
      </p:sp>
      <p:pic>
        <p:nvPicPr>
          <p:cNvPr id="5" name="Picture 3">
            <a:extLst>
              <a:ext uri="{FF2B5EF4-FFF2-40B4-BE49-F238E27FC236}">
                <a16:creationId xmlns:a16="http://schemas.microsoft.com/office/drawing/2014/main" id="{02202299-987D-43D3-B4CA-F3322B4D2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0528" y="3038838"/>
            <a:ext cx="8028383" cy="270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1475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 The New </a:t>
            </a:r>
            <a:r>
              <a:rPr lang="en-US" b="1" u="sng" dirty="0" err="1"/>
              <a:t>DataSet</a:t>
            </a:r>
            <a:endParaRPr lang="en-US" b="1" u="sng" dirty="0"/>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1202529"/>
          </a:xfrm>
        </p:spPr>
        <p:txBody>
          <a:bodyPr/>
          <a:lstStyle/>
          <a:p>
            <a:r>
              <a:rPr lang="en-US" sz="1800" dirty="0"/>
              <a:t>Notice the new method here – also this method has a parameter!</a:t>
            </a:r>
          </a:p>
          <a:p>
            <a:r>
              <a:rPr lang="en-US" sz="1800" dirty="0"/>
              <a:t>So when you invoke the method you have to specify the character(s) for the parameter</a:t>
            </a:r>
          </a:p>
        </p:txBody>
      </p:sp>
      <p:pic>
        <p:nvPicPr>
          <p:cNvPr id="3" name="Picture 2">
            <a:extLst>
              <a:ext uri="{FF2B5EF4-FFF2-40B4-BE49-F238E27FC236}">
                <a16:creationId xmlns:a16="http://schemas.microsoft.com/office/drawing/2014/main" id="{C1626247-0095-44F5-9D8C-AEE61889DE7A}"/>
              </a:ext>
            </a:extLst>
          </p:cNvPr>
          <p:cNvPicPr>
            <a:picLocks noChangeAspect="1"/>
          </p:cNvPicPr>
          <p:nvPr/>
        </p:nvPicPr>
        <p:blipFill>
          <a:blip r:embed="rId4"/>
          <a:stretch>
            <a:fillRect/>
          </a:stretch>
        </p:blipFill>
        <p:spPr>
          <a:xfrm>
            <a:off x="2086476" y="2487509"/>
            <a:ext cx="6530906" cy="2705334"/>
          </a:xfrm>
          <a:prstGeom prst="rect">
            <a:avLst/>
          </a:prstGeom>
        </p:spPr>
      </p:pic>
    </p:spTree>
    <p:extLst>
      <p:ext uri="{BB962C8B-B14F-4D97-AF65-F5344CB8AC3E}">
        <p14:creationId xmlns:p14="http://schemas.microsoft.com/office/powerpoint/2010/main" val="1804451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 The Customer Search List</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1238387"/>
          </a:xfrm>
        </p:spPr>
        <p:txBody>
          <a:bodyPr/>
          <a:lstStyle/>
          <a:p>
            <a:r>
              <a:rPr lang="en-US" sz="1800" dirty="0"/>
              <a:t>As soon as something changes in the textbox, the </a:t>
            </a:r>
            <a:r>
              <a:rPr lang="en-US" sz="1800" dirty="0" err="1"/>
              <a:t>gridview</a:t>
            </a:r>
            <a:r>
              <a:rPr lang="en-US" sz="1800" dirty="0"/>
              <a:t> fills up with the corresponding customer names – just like a search engine</a:t>
            </a:r>
          </a:p>
        </p:txBody>
      </p:sp>
      <p:sp>
        <p:nvSpPr>
          <p:cNvPr id="2" name="Rectangle 1">
            <a:extLst>
              <a:ext uri="{FF2B5EF4-FFF2-40B4-BE49-F238E27FC236}">
                <a16:creationId xmlns:a16="http://schemas.microsoft.com/office/drawing/2014/main" id="{7392C7E1-DA80-4B5F-A7C8-96521D53B932}"/>
              </a:ext>
            </a:extLst>
          </p:cNvPr>
          <p:cNvSpPr/>
          <p:nvPr/>
        </p:nvSpPr>
        <p:spPr>
          <a:xfrm>
            <a:off x="663387" y="2551837"/>
            <a:ext cx="10623177" cy="1200329"/>
          </a:xfrm>
          <a:prstGeom prst="rect">
            <a:avLst/>
          </a:prstGeom>
          <a:solidFill>
            <a:schemeClr val="accent2">
              <a:lumMod val="25000"/>
              <a:lumOff val="75000"/>
            </a:schemeClr>
          </a:solidFill>
        </p:spPr>
        <p:txBody>
          <a:bodyPr wrap="square">
            <a:spAutoFit/>
          </a:bodyPr>
          <a:lstStyle/>
          <a:p>
            <a:r>
              <a:rPr lang="en-US" dirty="0">
                <a:solidFill>
                  <a:srgbClr val="0000FF"/>
                </a:solidFill>
                <a:latin typeface="Consolas" panose="020B0609020204030204" pitchFamily="49" charset="0"/>
              </a:rPr>
              <a:t>private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txtCustSearch_TextChanged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object</a:t>
            </a:r>
            <a:r>
              <a:rPr lang="en-US" dirty="0">
                <a:solidFill>
                  <a:srgbClr val="000000"/>
                </a:solidFill>
                <a:latin typeface="Consolas" panose="020B0609020204030204" pitchFamily="49" charset="0"/>
              </a:rPr>
              <a:t> sender, </a:t>
            </a:r>
            <a:r>
              <a:rPr lang="en-US" dirty="0" err="1">
                <a:solidFill>
                  <a:srgbClr val="000000"/>
                </a:solidFill>
                <a:latin typeface="Consolas" panose="020B0609020204030204" pitchFamily="49" charset="0"/>
              </a:rPr>
              <a:t>EventArgs</a:t>
            </a:r>
            <a:r>
              <a:rPr lang="en-US"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taCustomer2.FillBySurname(ds1.Cust, </a:t>
            </a:r>
            <a:r>
              <a:rPr lang="en-US" dirty="0" err="1">
                <a:solidFill>
                  <a:srgbClr val="000000"/>
                </a:solidFill>
                <a:latin typeface="Consolas" panose="020B0609020204030204" pitchFamily="49" charset="0"/>
              </a:rPr>
              <a:t>txtCustSearch.Text</a:t>
            </a:r>
            <a:r>
              <a:rPr lang="en-US" dirty="0">
                <a:solidFill>
                  <a:srgbClr val="000000"/>
                </a:solidFill>
                <a:latin typeface="Consolas" panose="020B0609020204030204" pitchFamily="49" charset="0"/>
              </a:rPr>
              <a:t>);</a:t>
            </a:r>
          </a:p>
          <a:p>
            <a:r>
              <a:rPr lang="en-ZA" dirty="0">
                <a:solidFill>
                  <a:srgbClr val="000000"/>
                </a:solidFill>
                <a:latin typeface="Consolas" panose="020B0609020204030204" pitchFamily="49" charset="0"/>
              </a:rPr>
              <a:t>        }</a:t>
            </a:r>
            <a:endParaRPr lang="en-ZA" dirty="0"/>
          </a:p>
        </p:txBody>
      </p:sp>
    </p:spTree>
    <p:extLst>
      <p:ext uri="{BB962C8B-B14F-4D97-AF65-F5344CB8AC3E}">
        <p14:creationId xmlns:p14="http://schemas.microsoft.com/office/powerpoint/2010/main" val="1954942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title">
            <a:extLst>
              <a:ext uri="{FF2B5EF4-FFF2-40B4-BE49-F238E27FC236}">
                <a16:creationId xmlns:a16="http://schemas.microsoft.com/office/drawing/2014/main" id="{DFF36EE7-AE57-42F4-ACA9-A328C1F4EA02}"/>
              </a:ext>
            </a:extLst>
          </p:cNvPr>
          <p:cNvSpPr>
            <a:spLocks noGrp="1"/>
          </p:cNvSpPr>
          <p:nvPr>
            <p:ph type="title"/>
          </p:nvPr>
        </p:nvSpPr>
        <p:spPr>
          <a:xfrm>
            <a:off x="742950" y="118170"/>
            <a:ext cx="10815864" cy="548640"/>
          </a:xfrm>
          <a:solidFill>
            <a:schemeClr val="tx2">
              <a:lumMod val="40000"/>
              <a:lumOff val="60000"/>
            </a:schemeClr>
          </a:solidFill>
        </p:spPr>
        <p:txBody>
          <a:bodyPr/>
          <a:lstStyle/>
          <a:p>
            <a:pPr algn="ctr"/>
            <a:r>
              <a:rPr lang="en-US" b="1" u="sng" dirty="0"/>
              <a:t>POS – DB Processing-Making a Selection</a:t>
            </a:r>
          </a:p>
        </p:txBody>
      </p:sp>
      <p:pic>
        <p:nvPicPr>
          <p:cNvPr id="27" name="Content Placeholder 79" descr="Open Book">
            <a:extLst>
              <a:ext uri="{FF2B5EF4-FFF2-40B4-BE49-F238E27FC236}">
                <a16:creationId xmlns:a16="http://schemas.microsoft.com/office/drawing/2014/main" id="{EBEE0E99-191F-4498-9399-4BA8BCD3E66F}"/>
              </a:ext>
            </a:extLst>
          </p:cNvPr>
          <p:cNvPicPr>
            <a:picLocks noGrp="1" noChangeAspect="1"/>
          </p:cNvPicPr>
          <p:nvPr>
            <p:ph sz="quarter" idx="13"/>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36169" y="118170"/>
            <a:ext cx="548640" cy="548640"/>
          </a:xfrm>
        </p:spPr>
      </p:pic>
      <p:sp>
        <p:nvSpPr>
          <p:cNvPr id="16" name="Text Placeholder 15" descr="slide content">
            <a:extLst>
              <a:ext uri="{FF2B5EF4-FFF2-40B4-BE49-F238E27FC236}">
                <a16:creationId xmlns:a16="http://schemas.microsoft.com/office/drawing/2014/main" id="{5336101E-D654-46D8-A983-BF46C5D86583}"/>
              </a:ext>
            </a:extLst>
          </p:cNvPr>
          <p:cNvSpPr>
            <a:spLocks noGrp="1"/>
          </p:cNvSpPr>
          <p:nvPr>
            <p:ph type="body" sz="quarter" idx="11"/>
          </p:nvPr>
        </p:nvSpPr>
        <p:spPr>
          <a:xfrm>
            <a:off x="376518" y="975895"/>
            <a:ext cx="11182296" cy="1157705"/>
          </a:xfrm>
        </p:spPr>
        <p:txBody>
          <a:bodyPr/>
          <a:lstStyle/>
          <a:p>
            <a:r>
              <a:rPr lang="en-US" sz="1800" dirty="0"/>
              <a:t>If the cursor is “clicked” in any row, then a table adapter that points to the Order Table in the database gets filled by all the previous orders made by the customer who has been selected in the Customer </a:t>
            </a:r>
            <a:r>
              <a:rPr lang="en-US" sz="1800" dirty="0" err="1"/>
              <a:t>gridview</a:t>
            </a:r>
            <a:endParaRPr lang="en-US" sz="1800" dirty="0"/>
          </a:p>
          <a:p>
            <a:endParaRPr lang="en-US" sz="1800" dirty="0"/>
          </a:p>
        </p:txBody>
      </p:sp>
      <p:sp>
        <p:nvSpPr>
          <p:cNvPr id="2" name="Rectangle 1">
            <a:extLst>
              <a:ext uri="{FF2B5EF4-FFF2-40B4-BE49-F238E27FC236}">
                <a16:creationId xmlns:a16="http://schemas.microsoft.com/office/drawing/2014/main" id="{23630E38-7371-4828-88F0-AE666C9E9CF9}"/>
              </a:ext>
            </a:extLst>
          </p:cNvPr>
          <p:cNvSpPr/>
          <p:nvPr/>
        </p:nvSpPr>
        <p:spPr>
          <a:xfrm>
            <a:off x="134472" y="3300844"/>
            <a:ext cx="11259670" cy="1169551"/>
          </a:xfrm>
          <a:prstGeom prst="rect">
            <a:avLst/>
          </a:prstGeom>
          <a:solidFill>
            <a:schemeClr val="accent4">
              <a:lumMod val="40000"/>
              <a:lumOff val="60000"/>
            </a:schemeClr>
          </a:solidFill>
        </p:spPr>
        <p:txBody>
          <a:bodyPr wrap="square">
            <a:spAutoFit/>
          </a:bodyPr>
          <a:lstStyle/>
          <a:p>
            <a:r>
              <a:rPr lang="en-ZA" sz="1600" dirty="0">
                <a:solidFill>
                  <a:srgbClr val="0000FF"/>
                </a:solidFill>
                <a:latin typeface="Consolas" panose="020B0609020204030204" pitchFamily="49" charset="0"/>
              </a:rPr>
              <a:t>private</a:t>
            </a:r>
            <a:r>
              <a:rPr lang="en-ZA" sz="1600" dirty="0">
                <a:solidFill>
                  <a:srgbClr val="000000"/>
                </a:solidFill>
                <a:latin typeface="Consolas" panose="020B0609020204030204" pitchFamily="49" charset="0"/>
              </a:rPr>
              <a:t> </a:t>
            </a:r>
            <a:r>
              <a:rPr lang="en-ZA" sz="1600" dirty="0">
                <a:solidFill>
                  <a:srgbClr val="0000FF"/>
                </a:solidFill>
                <a:latin typeface="Consolas" panose="020B0609020204030204" pitchFamily="49" charset="0"/>
              </a:rPr>
              <a:t>void</a:t>
            </a:r>
            <a:r>
              <a:rPr lang="en-ZA" sz="1600" dirty="0">
                <a:solidFill>
                  <a:srgbClr val="000000"/>
                </a:solidFill>
                <a:latin typeface="Consolas" panose="020B0609020204030204" pitchFamily="49" charset="0"/>
              </a:rPr>
              <a:t> </a:t>
            </a:r>
            <a:r>
              <a:rPr lang="en-ZA" sz="1600" dirty="0" err="1">
                <a:solidFill>
                  <a:srgbClr val="000000"/>
                </a:solidFill>
                <a:latin typeface="Consolas" panose="020B0609020204030204" pitchFamily="49" charset="0"/>
              </a:rPr>
              <a:t>gvCustomer_RowHeaderMouseClick</a:t>
            </a:r>
            <a:r>
              <a:rPr lang="en-ZA" sz="1600" dirty="0">
                <a:solidFill>
                  <a:srgbClr val="000000"/>
                </a:solidFill>
                <a:latin typeface="Consolas" panose="020B0609020204030204" pitchFamily="49" charset="0"/>
              </a:rPr>
              <a:t>(</a:t>
            </a:r>
            <a:r>
              <a:rPr lang="en-ZA" sz="1600" dirty="0">
                <a:solidFill>
                  <a:srgbClr val="0000FF"/>
                </a:solidFill>
                <a:latin typeface="Consolas" panose="020B0609020204030204" pitchFamily="49" charset="0"/>
              </a:rPr>
              <a:t>object</a:t>
            </a:r>
            <a:r>
              <a:rPr lang="en-ZA" sz="1600" dirty="0">
                <a:solidFill>
                  <a:srgbClr val="000000"/>
                </a:solidFill>
                <a:latin typeface="Consolas" panose="020B0609020204030204" pitchFamily="49" charset="0"/>
              </a:rPr>
              <a:t> sender, </a:t>
            </a:r>
            <a:r>
              <a:rPr lang="en-ZA" sz="1600" dirty="0" err="1">
                <a:solidFill>
                  <a:srgbClr val="000000"/>
                </a:solidFill>
                <a:latin typeface="Consolas" panose="020B0609020204030204" pitchFamily="49" charset="0"/>
              </a:rPr>
              <a:t>DataGridViewCellMouseEventArgs</a:t>
            </a:r>
            <a:r>
              <a:rPr lang="en-ZA" sz="1600" dirty="0">
                <a:solidFill>
                  <a:srgbClr val="000000"/>
                </a:solidFill>
                <a:latin typeface="Consolas" panose="020B0609020204030204" pitchFamily="49" charset="0"/>
              </a:rPr>
              <a:t> e)</a:t>
            </a:r>
          </a:p>
          <a:p>
            <a:r>
              <a:rPr lang="en-ZA" dirty="0">
                <a:solidFill>
                  <a:srgbClr val="000000"/>
                </a:solidFill>
                <a:latin typeface="Consolas" panose="020B0609020204030204" pitchFamily="49" charset="0"/>
              </a:rPr>
              <a:t>        {</a:t>
            </a:r>
          </a:p>
          <a:p>
            <a:r>
              <a:rPr lang="en-ZA" dirty="0">
                <a:solidFill>
                  <a:srgbClr val="000000"/>
                </a:solidFill>
                <a:latin typeface="Consolas" panose="020B0609020204030204" pitchFamily="49" charset="0"/>
              </a:rPr>
              <a:t>            taOrder2.FillByCustID(ds1.Order, (</a:t>
            </a:r>
            <a:r>
              <a:rPr lang="en-ZA" dirty="0">
                <a:solidFill>
                  <a:srgbClr val="0000FF"/>
                </a:solidFill>
                <a:latin typeface="Consolas" panose="020B0609020204030204" pitchFamily="49" charset="0"/>
              </a:rPr>
              <a:t>int</a:t>
            </a:r>
            <a:r>
              <a:rPr lang="en-ZA" dirty="0">
                <a:solidFill>
                  <a:srgbClr val="000000"/>
                </a:solidFill>
                <a:latin typeface="Consolas" panose="020B0609020204030204" pitchFamily="49" charset="0"/>
              </a:rPr>
              <a:t>)</a:t>
            </a:r>
            <a:r>
              <a:rPr lang="en-ZA" dirty="0" err="1">
                <a:solidFill>
                  <a:srgbClr val="000000"/>
                </a:solidFill>
                <a:latin typeface="Consolas" panose="020B0609020204030204" pitchFamily="49" charset="0"/>
              </a:rPr>
              <a:t>gvCustomer.CurrentRow.Cells</a:t>
            </a:r>
            <a:r>
              <a:rPr lang="en-ZA" dirty="0">
                <a:solidFill>
                  <a:srgbClr val="000000"/>
                </a:solidFill>
                <a:latin typeface="Consolas" panose="020B0609020204030204" pitchFamily="49" charset="0"/>
              </a:rPr>
              <a:t>[0].Value);</a:t>
            </a:r>
          </a:p>
          <a:p>
            <a:r>
              <a:rPr lang="en-ZA" dirty="0">
                <a:solidFill>
                  <a:srgbClr val="000000"/>
                </a:solidFill>
                <a:latin typeface="Consolas" panose="020B0609020204030204" pitchFamily="49" charset="0"/>
              </a:rPr>
              <a:t>        }</a:t>
            </a:r>
            <a:endParaRPr lang="en-ZA" dirty="0"/>
          </a:p>
        </p:txBody>
      </p:sp>
    </p:spTree>
    <p:extLst>
      <p:ext uri="{BB962C8B-B14F-4D97-AF65-F5344CB8AC3E}">
        <p14:creationId xmlns:p14="http://schemas.microsoft.com/office/powerpoint/2010/main" val="2821796388"/>
      </p:ext>
    </p:extLst>
  </p:cSld>
  <p:clrMapOvr>
    <a:masterClrMapping/>
  </p:clrMapOvr>
</p:sld>
</file>

<file path=ppt/theme/theme1.xml><?xml version="1.0" encoding="utf-8"?>
<a:theme xmlns:a="http://schemas.openxmlformats.org/drawingml/2006/main" name="Office Theme">
  <a:themeElements>
    <a:clrScheme name="MSFT_04_Education">
      <a:dk1>
        <a:sysClr val="windowText" lastClr="000000"/>
      </a:dk1>
      <a:lt1>
        <a:sysClr val="window" lastClr="FFFFFF"/>
      </a:lt1>
      <a:dk2>
        <a:srgbClr val="44546A"/>
      </a:dk2>
      <a:lt2>
        <a:srgbClr val="E7E6E6"/>
      </a:lt2>
      <a:accent1>
        <a:srgbClr val="B2606E"/>
      </a:accent1>
      <a:accent2>
        <a:srgbClr val="0F3955"/>
      </a:accent2>
      <a:accent3>
        <a:srgbClr val="FFC000"/>
      </a:accent3>
      <a:accent4>
        <a:srgbClr val="BF678E"/>
      </a:accent4>
      <a:accent5>
        <a:srgbClr val="731F1C"/>
      </a:accent5>
      <a:accent6>
        <a:srgbClr val="7A9E56"/>
      </a:accent6>
      <a:hlink>
        <a:srgbClr val="00B0F0"/>
      </a:hlink>
      <a:folHlink>
        <a:srgbClr val="595959"/>
      </a:folHlink>
    </a:clrScheme>
    <a:fontScheme name="MSFT_04_Education">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475556_Education presentation_AAS_v5" id="{AAC57104-7B60-491F-A321-6BCAF93AC541}" vid="{5A43072C-36E0-4A5A-A3FF-E88D65C597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0AD3E-9DDB-4E69-981A-7DAE0E9B5F53}">
  <ds:schemaRefs>
    <ds:schemaRef ds:uri="http://schemas.microsoft.com/sharepoint/v3/contenttype/forms"/>
  </ds:schemaRefs>
</ds:datastoreItem>
</file>

<file path=customXml/itemProps2.xml><?xml version="1.0" encoding="utf-8"?>
<ds:datastoreItem xmlns:ds="http://schemas.openxmlformats.org/officeDocument/2006/customXml" ds:itemID="{DE575C36-314A-42CB-9114-6E0CE4AB273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1C32B5E-029E-455A-86F0-091666CEEB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Education presentation</Template>
  <TotalTime>0</TotalTime>
  <Words>1499</Words>
  <Application>Microsoft Office PowerPoint</Application>
  <PresentationFormat>Widescreen</PresentationFormat>
  <Paragraphs>113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Consolas</vt:lpstr>
      <vt:lpstr>Corbel</vt:lpstr>
      <vt:lpstr>Wingdings</vt:lpstr>
      <vt:lpstr>Office Theme</vt:lpstr>
      <vt:lpstr>Windows Forms- DB Processing </vt:lpstr>
      <vt:lpstr>The Interface – Windows Forms &amp; the GridView</vt:lpstr>
      <vt:lpstr>How to Get Data from a Database</vt:lpstr>
      <vt:lpstr>How about the Database – Version 2?</vt:lpstr>
      <vt:lpstr>So now you have a DataSet Class</vt:lpstr>
      <vt:lpstr>The Problem with the Coding Route</vt:lpstr>
      <vt:lpstr>Make the Object Available</vt:lpstr>
      <vt:lpstr>POS – DB Processing</vt:lpstr>
      <vt:lpstr>POS – DB Processing</vt:lpstr>
      <vt:lpstr>PowerPoint Presentation</vt:lpstr>
      <vt:lpstr>POS – DB Processing-The Search</vt:lpstr>
      <vt:lpstr>POS – DB Processing-The 1st Form</vt:lpstr>
      <vt:lpstr>POS – DB Processing-the Table Adapter and the Query Builder</vt:lpstr>
      <vt:lpstr>POS – DB Processing – The “Like” Query</vt:lpstr>
      <vt:lpstr>POS – DB Processing-Returning a DataTable</vt:lpstr>
      <vt:lpstr>POS – DB Processing- The New DataSet</vt:lpstr>
      <vt:lpstr>POS – DB Processing- The Customer Search List</vt:lpstr>
      <vt:lpstr>POS – DB Processing-Making a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2023-04-05T20:30:44Z</dcterms:created>
  <dcterms:modified xsi:type="dcterms:W3CDTF">2024-04-26T21:38:36Z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